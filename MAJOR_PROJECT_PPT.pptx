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72" r:id="rId4"/>
    <p:sldId id="273" r:id="rId5"/>
    <p:sldId id="258" r:id="rId6"/>
    <p:sldId id="257" r:id="rId7"/>
    <p:sldId id="259" r:id="rId8"/>
    <p:sldId id="263" r:id="rId9"/>
    <p:sldId id="261" r:id="rId10"/>
    <p:sldId id="282" r:id="rId11"/>
    <p:sldId id="260" r:id="rId12"/>
    <p:sldId id="274" r:id="rId13"/>
    <p:sldId id="264" r:id="rId14"/>
    <p:sldId id="265" r:id="rId15"/>
    <p:sldId id="281" r:id="rId17"/>
    <p:sldId id="280" r:id="rId18"/>
    <p:sldId id="276" r:id="rId19"/>
    <p:sldId id="277" r:id="rId20"/>
    <p:sldId id="279" r:id="rId21"/>
    <p:sldId id="278" r:id="rId22"/>
    <p:sldId id="266" r:id="rId23"/>
    <p:sldId id="268" r:id="rId24"/>
    <p:sldId id="267" r:id="rId25"/>
    <p:sldId id="269" r:id="rId26"/>
    <p:sldId id="270" r:id="rId27"/>
    <p:sldId id="27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468C26D-577A-4609-914E-559849B7216F}" type="doc">
      <dgm:prSet loTypeId="hierarchy" loCatId="hierarchy" qsTypeId="urn:microsoft.com/office/officeart/2005/8/quickstyle/simple3" qsCatId="simple" csTypeId="urn:microsoft.com/office/officeart/2005/8/colors/accent0_1" csCatId="mainScheme" phldr="1"/>
      <dgm:spPr/>
      <dgm:t>
        <a:bodyPr/>
        <a:lstStyle/>
        <a:p>
          <a:endParaRPr lang="en-IN"/>
        </a:p>
      </dgm:t>
    </dgm:pt>
    <dgm:pt modelId="{16939AD5-A7C9-4201-BA75-3378326A5C29}">
      <dgm:prSet phldrT="[Text]"/>
      <dgm:spPr/>
      <dgm:t>
        <a:bodyPr/>
        <a:lstStyle/>
        <a:p>
          <a:r>
            <a:rPr lang="en-US" dirty="0"/>
            <a:t>Drive</a:t>
          </a:r>
          <a:endParaRPr lang="en-IN" dirty="0"/>
        </a:p>
      </dgm:t>
    </dgm:pt>
    <dgm:pt modelId="{039B5FD7-178A-426A-86BB-AC9C42D4C535}" cxnId="{1DBCBDD9-CAFE-458B-AC4D-9C46A8708478}" type="parTrans">
      <dgm:prSet/>
      <dgm:spPr/>
      <dgm:t>
        <a:bodyPr/>
        <a:lstStyle/>
        <a:p>
          <a:endParaRPr lang="en-IN"/>
        </a:p>
      </dgm:t>
    </dgm:pt>
    <dgm:pt modelId="{B55703AC-9C3E-438F-8ECF-861522138BEE}" cxnId="{1DBCBDD9-CAFE-458B-AC4D-9C46A8708478}" type="sibTrans">
      <dgm:prSet/>
      <dgm:spPr/>
      <dgm:t>
        <a:bodyPr/>
        <a:lstStyle/>
        <a:p>
          <a:endParaRPr lang="en-IN"/>
        </a:p>
      </dgm:t>
    </dgm:pt>
    <dgm:pt modelId="{72FC1C62-1B31-43E2-BFDD-AE33D1198F46}">
      <dgm:prSet phldrT="[Text]"/>
      <dgm:spPr/>
      <dgm:t>
        <a:bodyPr/>
        <a:lstStyle/>
        <a:p>
          <a:r>
            <a:rPr lang="en-US" dirty="0"/>
            <a:t>My Drive</a:t>
          </a:r>
          <a:endParaRPr lang="en-IN" dirty="0"/>
        </a:p>
      </dgm:t>
    </dgm:pt>
    <dgm:pt modelId="{02394E82-2885-4E0D-A22C-A1962A64BE81}" cxnId="{D7551453-B52D-4D0A-B145-83E2A7FA28C6}" type="parTrans">
      <dgm:prSet/>
      <dgm:spPr/>
      <dgm:t>
        <a:bodyPr/>
        <a:lstStyle/>
        <a:p>
          <a:endParaRPr lang="en-IN"/>
        </a:p>
      </dgm:t>
    </dgm:pt>
    <dgm:pt modelId="{E4A4B09A-9D05-4E6E-90B8-6A748AC6FA30}" cxnId="{D7551453-B52D-4D0A-B145-83E2A7FA28C6}" type="sibTrans">
      <dgm:prSet/>
      <dgm:spPr/>
      <dgm:t>
        <a:bodyPr/>
        <a:lstStyle/>
        <a:p>
          <a:endParaRPr lang="en-IN"/>
        </a:p>
      </dgm:t>
    </dgm:pt>
    <dgm:pt modelId="{D20F7B05-D3D3-4CDB-BDA6-9931AC82085F}">
      <dgm:prSet phldrT="[Text]"/>
      <dgm:spPr/>
      <dgm:t>
        <a:bodyPr/>
        <a:lstStyle/>
        <a:p>
          <a:r>
            <a:rPr lang="en-US" dirty="0"/>
            <a:t>YOLO(Folder Name)</a:t>
          </a:r>
          <a:endParaRPr lang="en-IN" dirty="0"/>
        </a:p>
      </dgm:t>
    </dgm:pt>
    <dgm:pt modelId="{11602E45-C664-47C8-80A0-ABD4108E44E8}" cxnId="{0F873287-F6DB-4A52-887A-9CDAC64EA049}" type="parTrans">
      <dgm:prSet/>
      <dgm:spPr/>
      <dgm:t>
        <a:bodyPr/>
        <a:lstStyle/>
        <a:p>
          <a:endParaRPr lang="en-IN"/>
        </a:p>
      </dgm:t>
    </dgm:pt>
    <dgm:pt modelId="{219D86C3-3334-4A30-B7F3-E74343A51556}" cxnId="{0F873287-F6DB-4A52-887A-9CDAC64EA049}" type="sibTrans">
      <dgm:prSet/>
      <dgm:spPr/>
      <dgm:t>
        <a:bodyPr/>
        <a:lstStyle/>
        <a:p>
          <a:endParaRPr lang="en-IN"/>
        </a:p>
      </dgm:t>
    </dgm:pt>
    <dgm:pt modelId="{DA383135-F92D-410E-ABB4-DA64AB227840}">
      <dgm:prSet phldrT="[Text]"/>
      <dgm:spPr/>
      <dgm:t>
        <a:bodyPr/>
        <a:lstStyle/>
        <a:p>
          <a:r>
            <a:rPr lang="en-US" dirty="0"/>
            <a:t>Train</a:t>
          </a:r>
          <a:endParaRPr lang="en-IN" dirty="0"/>
        </a:p>
      </dgm:t>
    </dgm:pt>
    <dgm:pt modelId="{0FE63638-1375-437C-9312-D845167DE840}" cxnId="{38A6C226-428E-4203-A33F-1855E204748E}" type="parTrans">
      <dgm:prSet/>
      <dgm:spPr/>
      <dgm:t>
        <a:bodyPr/>
        <a:lstStyle/>
        <a:p>
          <a:endParaRPr lang="en-IN"/>
        </a:p>
      </dgm:t>
    </dgm:pt>
    <dgm:pt modelId="{A92BD27C-898E-47B5-A187-56CF5692DF3E}" cxnId="{38A6C226-428E-4203-A33F-1855E204748E}" type="sibTrans">
      <dgm:prSet/>
      <dgm:spPr/>
      <dgm:t>
        <a:bodyPr/>
        <a:lstStyle/>
        <a:p>
          <a:endParaRPr lang="en-IN"/>
        </a:p>
      </dgm:t>
    </dgm:pt>
    <dgm:pt modelId="{C0D6EBD9-1D8B-4046-BD20-CD5BC8E4A143}">
      <dgm:prSet phldrT="[Text]"/>
      <dgm:spPr/>
      <dgm:t>
        <a:bodyPr/>
        <a:lstStyle/>
        <a:p>
          <a:r>
            <a:rPr lang="en-US" dirty="0"/>
            <a:t>images</a:t>
          </a:r>
          <a:endParaRPr lang="en-IN" dirty="0"/>
        </a:p>
      </dgm:t>
    </dgm:pt>
    <dgm:pt modelId="{BB4D3A7A-68CD-4329-8E88-F71A05F14FB5}" cxnId="{D80709C4-BFE6-41FF-859F-CCE8D7A03A1C}" type="parTrans">
      <dgm:prSet/>
      <dgm:spPr/>
      <dgm:t>
        <a:bodyPr/>
        <a:lstStyle/>
        <a:p>
          <a:endParaRPr lang="en-IN"/>
        </a:p>
      </dgm:t>
    </dgm:pt>
    <dgm:pt modelId="{5BE16358-3535-429F-AE2B-DC26D119F5A0}" cxnId="{D80709C4-BFE6-41FF-859F-CCE8D7A03A1C}" type="sibTrans">
      <dgm:prSet/>
      <dgm:spPr/>
      <dgm:t>
        <a:bodyPr/>
        <a:lstStyle/>
        <a:p>
          <a:endParaRPr lang="en-IN"/>
        </a:p>
      </dgm:t>
    </dgm:pt>
    <dgm:pt modelId="{29AAE703-03F5-47E8-A593-5B1C0D9D8169}">
      <dgm:prSet phldrT="[Text]"/>
      <dgm:spPr/>
      <dgm:t>
        <a:bodyPr/>
        <a:lstStyle/>
        <a:p>
          <a:r>
            <a:rPr lang="en-US" dirty="0"/>
            <a:t>labels</a:t>
          </a:r>
          <a:endParaRPr lang="en-IN" dirty="0"/>
        </a:p>
      </dgm:t>
    </dgm:pt>
    <dgm:pt modelId="{90027B76-2EF3-48C6-B6CC-1A8A262C1F87}" cxnId="{FEC0C0E4-2353-453F-86F5-8D746BB65CBF}" type="parTrans">
      <dgm:prSet/>
      <dgm:spPr/>
      <dgm:t>
        <a:bodyPr/>
        <a:lstStyle/>
        <a:p>
          <a:endParaRPr lang="en-IN"/>
        </a:p>
      </dgm:t>
    </dgm:pt>
    <dgm:pt modelId="{D11F2827-7592-42D3-B104-6D246D6F2917}" cxnId="{FEC0C0E4-2353-453F-86F5-8D746BB65CBF}" type="sibTrans">
      <dgm:prSet/>
      <dgm:spPr/>
      <dgm:t>
        <a:bodyPr/>
        <a:lstStyle/>
        <a:p>
          <a:endParaRPr lang="en-IN"/>
        </a:p>
      </dgm:t>
    </dgm:pt>
    <dgm:pt modelId="{DEE88715-1E62-4097-BC10-959A8FEBBCD0}">
      <dgm:prSet phldrT="[Text]"/>
      <dgm:spPr/>
      <dgm:t>
        <a:bodyPr/>
        <a:lstStyle/>
        <a:p>
          <a:r>
            <a:rPr lang="en-US" dirty="0" err="1"/>
            <a:t>labels.cache</a:t>
          </a:r>
          <a:endParaRPr lang="en-IN" dirty="0"/>
        </a:p>
      </dgm:t>
    </dgm:pt>
    <dgm:pt modelId="{83200D60-E261-4792-82FC-FE7DFF65E90D}" cxnId="{6E32FBAA-B7CD-4BB7-801A-CC867AB39FD7}" type="parTrans">
      <dgm:prSet/>
      <dgm:spPr/>
      <dgm:t>
        <a:bodyPr/>
        <a:lstStyle/>
        <a:p>
          <a:endParaRPr lang="en-IN"/>
        </a:p>
      </dgm:t>
    </dgm:pt>
    <dgm:pt modelId="{9E313EE9-B9D3-4013-A27B-4C405C5EFA19}" cxnId="{6E32FBAA-B7CD-4BB7-801A-CC867AB39FD7}" type="sibTrans">
      <dgm:prSet/>
      <dgm:spPr/>
      <dgm:t>
        <a:bodyPr/>
        <a:lstStyle/>
        <a:p>
          <a:endParaRPr lang="en-IN"/>
        </a:p>
      </dgm:t>
    </dgm:pt>
    <dgm:pt modelId="{2B2ADDAB-5BD6-404A-BC91-0AD1F31BF16C}">
      <dgm:prSet phldrT="[Text]"/>
      <dgm:spPr/>
      <dgm:t>
        <a:bodyPr/>
        <a:lstStyle/>
        <a:p>
          <a:r>
            <a:rPr lang="en-US" dirty="0"/>
            <a:t>Valid</a:t>
          </a:r>
          <a:endParaRPr lang="en-IN" dirty="0"/>
        </a:p>
      </dgm:t>
    </dgm:pt>
    <dgm:pt modelId="{B6E8FE68-69E6-4587-AE24-F265D9363B82}" cxnId="{A580D7E8-59A0-404C-B523-162BC09BD168}" type="parTrans">
      <dgm:prSet/>
      <dgm:spPr/>
      <dgm:t>
        <a:bodyPr/>
        <a:lstStyle/>
        <a:p>
          <a:endParaRPr lang="en-IN"/>
        </a:p>
      </dgm:t>
    </dgm:pt>
    <dgm:pt modelId="{1CC312F0-99A6-4610-B70F-68E1B3421533}" cxnId="{A580D7E8-59A0-404C-B523-162BC09BD168}" type="sibTrans">
      <dgm:prSet/>
      <dgm:spPr/>
      <dgm:t>
        <a:bodyPr/>
        <a:lstStyle/>
        <a:p>
          <a:endParaRPr lang="en-IN"/>
        </a:p>
      </dgm:t>
    </dgm:pt>
    <dgm:pt modelId="{6F1A6F28-AE9C-457B-9B38-0858CE5F3BB0}">
      <dgm:prSet phldrT="[Text]"/>
      <dgm:spPr/>
      <dgm:t>
        <a:bodyPr/>
        <a:lstStyle/>
        <a:p>
          <a:r>
            <a:rPr lang="en-US" dirty="0"/>
            <a:t>images</a:t>
          </a:r>
          <a:endParaRPr lang="en-IN" dirty="0"/>
        </a:p>
      </dgm:t>
    </dgm:pt>
    <dgm:pt modelId="{28134BA0-6F19-4C30-A81E-0EC4D78F3888}" cxnId="{3BCA1719-8D0C-4605-81E9-181AE6B6B753}" type="parTrans">
      <dgm:prSet/>
      <dgm:spPr/>
      <dgm:t>
        <a:bodyPr/>
        <a:lstStyle/>
        <a:p>
          <a:endParaRPr lang="en-IN"/>
        </a:p>
      </dgm:t>
    </dgm:pt>
    <dgm:pt modelId="{A31D1605-8138-47BA-961B-79E857D05AA0}" cxnId="{3BCA1719-8D0C-4605-81E9-181AE6B6B753}" type="sibTrans">
      <dgm:prSet/>
      <dgm:spPr/>
      <dgm:t>
        <a:bodyPr/>
        <a:lstStyle/>
        <a:p>
          <a:endParaRPr lang="en-IN"/>
        </a:p>
      </dgm:t>
    </dgm:pt>
    <dgm:pt modelId="{34AC8F08-059B-413F-9634-EAC4263F1D17}">
      <dgm:prSet phldrT="[Text]"/>
      <dgm:spPr/>
      <dgm:t>
        <a:bodyPr/>
        <a:lstStyle/>
        <a:p>
          <a:r>
            <a:rPr lang="en-US" dirty="0"/>
            <a:t>labels</a:t>
          </a:r>
          <a:endParaRPr lang="en-IN" dirty="0"/>
        </a:p>
      </dgm:t>
    </dgm:pt>
    <dgm:pt modelId="{7BF63EEC-1BC6-4538-A708-7489CFA92730}" cxnId="{1A70C398-14AA-443C-B379-961171961D1B}" type="parTrans">
      <dgm:prSet/>
      <dgm:spPr/>
      <dgm:t>
        <a:bodyPr/>
        <a:lstStyle/>
        <a:p>
          <a:endParaRPr lang="en-IN"/>
        </a:p>
      </dgm:t>
    </dgm:pt>
    <dgm:pt modelId="{74A73E60-C27F-425C-BAF0-B52C173D9DD5}" cxnId="{1A70C398-14AA-443C-B379-961171961D1B}" type="sibTrans">
      <dgm:prSet/>
      <dgm:spPr/>
      <dgm:t>
        <a:bodyPr/>
        <a:lstStyle/>
        <a:p>
          <a:endParaRPr lang="en-IN"/>
        </a:p>
      </dgm:t>
    </dgm:pt>
    <dgm:pt modelId="{76BF9985-6394-493E-8B93-4BCB347052E3}">
      <dgm:prSet phldrT="[Text]"/>
      <dgm:spPr/>
      <dgm:t>
        <a:bodyPr/>
        <a:lstStyle/>
        <a:p>
          <a:r>
            <a:rPr lang="en-US" dirty="0" err="1"/>
            <a:t>labels.cache</a:t>
          </a:r>
          <a:endParaRPr lang="en-IN" dirty="0"/>
        </a:p>
      </dgm:t>
    </dgm:pt>
    <dgm:pt modelId="{6EAF572D-189D-41A6-A86C-6CB8C86A1C7F}" cxnId="{219D632A-0271-44C8-8075-30A4248ACA7D}" type="parTrans">
      <dgm:prSet/>
      <dgm:spPr/>
      <dgm:t>
        <a:bodyPr/>
        <a:lstStyle/>
        <a:p>
          <a:endParaRPr lang="en-IN"/>
        </a:p>
      </dgm:t>
    </dgm:pt>
    <dgm:pt modelId="{73CCD1AF-BE33-4582-92A3-6A5A2D5AFCD0}" cxnId="{219D632A-0271-44C8-8075-30A4248ACA7D}" type="sibTrans">
      <dgm:prSet/>
      <dgm:spPr/>
      <dgm:t>
        <a:bodyPr/>
        <a:lstStyle/>
        <a:p>
          <a:endParaRPr lang="en-IN"/>
        </a:p>
      </dgm:t>
    </dgm:pt>
    <dgm:pt modelId="{07334677-4799-4854-BEBC-111EBD70546B}">
      <dgm:prSet phldrT="[Text]"/>
      <dgm:spPr/>
      <dgm:t>
        <a:bodyPr/>
        <a:lstStyle/>
        <a:p>
          <a:r>
            <a:rPr lang="en-US" dirty="0" err="1"/>
            <a:t>data.yaml</a:t>
          </a:r>
          <a:endParaRPr lang="en-IN" dirty="0"/>
        </a:p>
      </dgm:t>
    </dgm:pt>
    <dgm:pt modelId="{8D7F5A5E-8C7C-4D07-A245-33A91BEFA52C}" cxnId="{DFDBB8E9-FDD5-40A8-AF9D-DC8E205CA31E}" type="parTrans">
      <dgm:prSet/>
      <dgm:spPr/>
      <dgm:t>
        <a:bodyPr/>
        <a:lstStyle/>
        <a:p>
          <a:endParaRPr lang="en-IN"/>
        </a:p>
      </dgm:t>
    </dgm:pt>
    <dgm:pt modelId="{AFA76871-02F1-49BF-8D19-412ECEF0DCD5}" cxnId="{DFDBB8E9-FDD5-40A8-AF9D-DC8E205CA31E}" type="sibTrans">
      <dgm:prSet/>
      <dgm:spPr/>
      <dgm:t>
        <a:bodyPr/>
        <a:lstStyle/>
        <a:p>
          <a:endParaRPr lang="en-IN"/>
        </a:p>
      </dgm:t>
    </dgm:pt>
    <dgm:pt modelId="{D3FBB81B-7A42-4859-B4FE-78F5366157E4}" type="pres">
      <dgm:prSet presAssocID="{3468C26D-577A-4609-914E-559849B7216F}" presName="hierChild1" presStyleCnt="0">
        <dgm:presLayoutVars>
          <dgm:orgChart val="1"/>
          <dgm:chPref val="1"/>
          <dgm:dir/>
          <dgm:animOne val="branch"/>
          <dgm:animLvl val="lvl"/>
          <dgm:resizeHandles/>
        </dgm:presLayoutVars>
      </dgm:prSet>
      <dgm:spPr/>
    </dgm:pt>
    <dgm:pt modelId="{C3161646-277C-458C-8652-2E0943DDDF4D}" type="pres">
      <dgm:prSet presAssocID="{16939AD5-A7C9-4201-BA75-3378326A5C29}" presName="hierRoot1" presStyleCnt="0">
        <dgm:presLayoutVars>
          <dgm:hierBranch val="init"/>
        </dgm:presLayoutVars>
      </dgm:prSet>
      <dgm:spPr/>
    </dgm:pt>
    <dgm:pt modelId="{D14A6B99-BACA-473E-B443-4FBC85EBE623}" type="pres">
      <dgm:prSet presAssocID="{16939AD5-A7C9-4201-BA75-3378326A5C29}" presName="rootComposite1" presStyleCnt="0"/>
      <dgm:spPr/>
    </dgm:pt>
    <dgm:pt modelId="{228E0EF4-744F-47B4-9D7F-C16750096194}" type="pres">
      <dgm:prSet presAssocID="{16939AD5-A7C9-4201-BA75-3378326A5C29}" presName="rootText1" presStyleLbl="node0" presStyleIdx="0" presStyleCnt="1">
        <dgm:presLayoutVars>
          <dgm:chPref val="3"/>
        </dgm:presLayoutVars>
      </dgm:prSet>
      <dgm:spPr/>
    </dgm:pt>
    <dgm:pt modelId="{98DDFC27-FD51-4F78-9045-46DD886A7CD4}" type="pres">
      <dgm:prSet presAssocID="{16939AD5-A7C9-4201-BA75-3378326A5C29}" presName="rootConnector1" presStyleCnt="0"/>
      <dgm:spPr/>
    </dgm:pt>
    <dgm:pt modelId="{619AEA7A-9C83-41EE-86D4-AE5F7BE85599}" type="pres">
      <dgm:prSet presAssocID="{16939AD5-A7C9-4201-BA75-3378326A5C29}" presName="hierChild2" presStyleCnt="0"/>
      <dgm:spPr/>
    </dgm:pt>
    <dgm:pt modelId="{A0390147-1773-4F27-A2D1-1210FD782F22}" type="pres">
      <dgm:prSet presAssocID="{02394E82-2885-4E0D-A22C-A1962A64BE81}" presName="Name37" presStyleLbl="parChTrans1D2" presStyleIdx="0" presStyleCnt="1"/>
      <dgm:spPr/>
    </dgm:pt>
    <dgm:pt modelId="{64D991E4-34D1-4F2B-80C5-6D28ED1D6E6A}" type="pres">
      <dgm:prSet presAssocID="{72FC1C62-1B31-43E2-BFDD-AE33D1198F46}" presName="hierRoot2" presStyleCnt="0">
        <dgm:presLayoutVars>
          <dgm:hierBranch val="init"/>
        </dgm:presLayoutVars>
      </dgm:prSet>
      <dgm:spPr/>
    </dgm:pt>
    <dgm:pt modelId="{A04BE2BC-92F8-4A7B-826A-A1C762DF14A7}" type="pres">
      <dgm:prSet presAssocID="{72FC1C62-1B31-43E2-BFDD-AE33D1198F46}" presName="rootComposite" presStyleCnt="0"/>
      <dgm:spPr/>
    </dgm:pt>
    <dgm:pt modelId="{D53A6BD1-AC63-4776-B7FB-8BF7E6069853}" type="pres">
      <dgm:prSet presAssocID="{72FC1C62-1B31-43E2-BFDD-AE33D1198F46}" presName="rootText" presStyleLbl="node2" presStyleIdx="0" presStyleCnt="1">
        <dgm:presLayoutVars>
          <dgm:chPref val="3"/>
        </dgm:presLayoutVars>
      </dgm:prSet>
      <dgm:spPr/>
    </dgm:pt>
    <dgm:pt modelId="{BB82477A-208B-4234-8E90-2B9B649B4993}" type="pres">
      <dgm:prSet presAssocID="{72FC1C62-1B31-43E2-BFDD-AE33D1198F46}" presName="rootConnector" presStyleCnt="0"/>
      <dgm:spPr/>
    </dgm:pt>
    <dgm:pt modelId="{CA841907-3E2B-4B01-BE32-D35569AFDF7B}" type="pres">
      <dgm:prSet presAssocID="{72FC1C62-1B31-43E2-BFDD-AE33D1198F46}" presName="hierChild4" presStyleCnt="0"/>
      <dgm:spPr/>
    </dgm:pt>
    <dgm:pt modelId="{882C0D6F-CB92-48C0-9AF6-C84D9D0858C7}" type="pres">
      <dgm:prSet presAssocID="{11602E45-C664-47C8-80A0-ABD4108E44E8}" presName="Name37" presStyleLbl="parChTrans1D3" presStyleIdx="0" presStyleCnt="1"/>
      <dgm:spPr/>
    </dgm:pt>
    <dgm:pt modelId="{E57CA317-5D2E-44E7-85DE-6779BE452872}" type="pres">
      <dgm:prSet presAssocID="{D20F7B05-D3D3-4CDB-BDA6-9931AC82085F}" presName="hierRoot2" presStyleCnt="0">
        <dgm:presLayoutVars>
          <dgm:hierBranch val="init"/>
        </dgm:presLayoutVars>
      </dgm:prSet>
      <dgm:spPr/>
    </dgm:pt>
    <dgm:pt modelId="{35DEBB14-7122-4CBB-91E3-1A86ED16AE33}" type="pres">
      <dgm:prSet presAssocID="{D20F7B05-D3D3-4CDB-BDA6-9931AC82085F}" presName="rootComposite" presStyleCnt="0"/>
      <dgm:spPr/>
    </dgm:pt>
    <dgm:pt modelId="{893F05B1-DFB9-41FA-A1F9-25C18ABAD877}" type="pres">
      <dgm:prSet presAssocID="{D20F7B05-D3D3-4CDB-BDA6-9931AC82085F}" presName="rootText" presStyleLbl="node3" presStyleIdx="0" presStyleCnt="1">
        <dgm:presLayoutVars>
          <dgm:chPref val="3"/>
        </dgm:presLayoutVars>
      </dgm:prSet>
      <dgm:spPr/>
    </dgm:pt>
    <dgm:pt modelId="{710E4F18-A54B-480A-AFB3-D8DC73553DD7}" type="pres">
      <dgm:prSet presAssocID="{D20F7B05-D3D3-4CDB-BDA6-9931AC82085F}" presName="rootConnector" presStyleCnt="0"/>
      <dgm:spPr/>
    </dgm:pt>
    <dgm:pt modelId="{B97EF406-1247-4C64-8C0F-55349B6F4F6C}" type="pres">
      <dgm:prSet presAssocID="{D20F7B05-D3D3-4CDB-BDA6-9931AC82085F}" presName="hierChild4" presStyleCnt="0"/>
      <dgm:spPr/>
    </dgm:pt>
    <dgm:pt modelId="{0BB463F2-3360-4696-B61B-2107C30D4B33}" type="pres">
      <dgm:prSet presAssocID="{0FE63638-1375-437C-9312-D845167DE840}" presName="Name37" presStyleLbl="parChTrans1D4" presStyleIdx="0" presStyleCnt="9"/>
      <dgm:spPr/>
    </dgm:pt>
    <dgm:pt modelId="{D67CE15A-F5CC-4C24-8D28-FAF0DFBDC821}" type="pres">
      <dgm:prSet presAssocID="{DA383135-F92D-410E-ABB4-DA64AB227840}" presName="hierRoot2" presStyleCnt="0">
        <dgm:presLayoutVars>
          <dgm:hierBranch val="init"/>
        </dgm:presLayoutVars>
      </dgm:prSet>
      <dgm:spPr/>
    </dgm:pt>
    <dgm:pt modelId="{E7CE6977-3466-458A-BFE9-36F95026DFFD}" type="pres">
      <dgm:prSet presAssocID="{DA383135-F92D-410E-ABB4-DA64AB227840}" presName="rootComposite" presStyleCnt="0"/>
      <dgm:spPr/>
    </dgm:pt>
    <dgm:pt modelId="{5D53ACB1-5DA1-4DC6-9436-3B16C853AFBD}" type="pres">
      <dgm:prSet presAssocID="{DA383135-F92D-410E-ABB4-DA64AB227840}" presName="rootText" presStyleLbl="node4" presStyleIdx="0" presStyleCnt="9">
        <dgm:presLayoutVars>
          <dgm:chPref val="3"/>
        </dgm:presLayoutVars>
      </dgm:prSet>
      <dgm:spPr/>
    </dgm:pt>
    <dgm:pt modelId="{3F761200-6ECA-4E23-A876-3983D7639690}" type="pres">
      <dgm:prSet presAssocID="{DA383135-F92D-410E-ABB4-DA64AB227840}" presName="rootConnector" presStyleCnt="0"/>
      <dgm:spPr/>
    </dgm:pt>
    <dgm:pt modelId="{7D0257A9-4EC3-4214-907D-DEF6BFB8A155}" type="pres">
      <dgm:prSet presAssocID="{DA383135-F92D-410E-ABB4-DA64AB227840}" presName="hierChild4" presStyleCnt="0"/>
      <dgm:spPr/>
    </dgm:pt>
    <dgm:pt modelId="{A297315A-AD7E-49CE-8A12-F1B3EF43CC54}" type="pres">
      <dgm:prSet presAssocID="{BB4D3A7A-68CD-4329-8E88-F71A05F14FB5}" presName="Name37" presStyleLbl="parChTrans1D4" presStyleIdx="1" presStyleCnt="9"/>
      <dgm:spPr/>
    </dgm:pt>
    <dgm:pt modelId="{DC3A83ED-F871-4B8D-AED7-8D24E1B9DFAA}" type="pres">
      <dgm:prSet presAssocID="{C0D6EBD9-1D8B-4046-BD20-CD5BC8E4A143}" presName="hierRoot2" presStyleCnt="0">
        <dgm:presLayoutVars>
          <dgm:hierBranch val="init"/>
        </dgm:presLayoutVars>
      </dgm:prSet>
      <dgm:spPr/>
    </dgm:pt>
    <dgm:pt modelId="{6B5A26B6-F4C0-43F9-A91E-2656D9032D50}" type="pres">
      <dgm:prSet presAssocID="{C0D6EBD9-1D8B-4046-BD20-CD5BC8E4A143}" presName="rootComposite" presStyleCnt="0"/>
      <dgm:spPr/>
    </dgm:pt>
    <dgm:pt modelId="{5BBC8D6A-5189-4E54-BC4E-9F934964259F}" type="pres">
      <dgm:prSet presAssocID="{C0D6EBD9-1D8B-4046-BD20-CD5BC8E4A143}" presName="rootText" presStyleLbl="node4" presStyleIdx="1" presStyleCnt="9">
        <dgm:presLayoutVars>
          <dgm:chPref val="3"/>
        </dgm:presLayoutVars>
      </dgm:prSet>
      <dgm:spPr/>
    </dgm:pt>
    <dgm:pt modelId="{5D2F7035-A1A5-4D41-9B6A-9548CF67E4E3}" type="pres">
      <dgm:prSet presAssocID="{C0D6EBD9-1D8B-4046-BD20-CD5BC8E4A143}" presName="rootConnector" presStyleCnt="0"/>
      <dgm:spPr/>
    </dgm:pt>
    <dgm:pt modelId="{41BCEB1A-FA5E-469D-AD6B-2CDF889CDA45}" type="pres">
      <dgm:prSet presAssocID="{C0D6EBD9-1D8B-4046-BD20-CD5BC8E4A143}" presName="hierChild4" presStyleCnt="0"/>
      <dgm:spPr/>
    </dgm:pt>
    <dgm:pt modelId="{B0A8169D-FF46-47AC-8795-134163AE3309}" type="pres">
      <dgm:prSet presAssocID="{C0D6EBD9-1D8B-4046-BD20-CD5BC8E4A143}" presName="hierChild5" presStyleCnt="0"/>
      <dgm:spPr/>
    </dgm:pt>
    <dgm:pt modelId="{84CFE70B-632B-402B-9D55-F3FDDA250CB5}" type="pres">
      <dgm:prSet presAssocID="{90027B76-2EF3-48C6-B6CC-1A8A262C1F87}" presName="Name37" presStyleLbl="parChTrans1D4" presStyleIdx="2" presStyleCnt="9"/>
      <dgm:spPr/>
    </dgm:pt>
    <dgm:pt modelId="{D3DF3EF8-B9FF-403B-B512-4C41EC1C3B44}" type="pres">
      <dgm:prSet presAssocID="{29AAE703-03F5-47E8-A593-5B1C0D9D8169}" presName="hierRoot2" presStyleCnt="0">
        <dgm:presLayoutVars>
          <dgm:hierBranch val="init"/>
        </dgm:presLayoutVars>
      </dgm:prSet>
      <dgm:spPr/>
    </dgm:pt>
    <dgm:pt modelId="{4174A2AD-B362-446C-9CEC-A2A517C2D718}" type="pres">
      <dgm:prSet presAssocID="{29AAE703-03F5-47E8-A593-5B1C0D9D8169}" presName="rootComposite" presStyleCnt="0"/>
      <dgm:spPr/>
    </dgm:pt>
    <dgm:pt modelId="{00094EE3-9518-472B-9F1F-C6BB8A1B3715}" type="pres">
      <dgm:prSet presAssocID="{29AAE703-03F5-47E8-A593-5B1C0D9D8169}" presName="rootText" presStyleLbl="node4" presStyleIdx="2" presStyleCnt="9">
        <dgm:presLayoutVars>
          <dgm:chPref val="3"/>
        </dgm:presLayoutVars>
      </dgm:prSet>
      <dgm:spPr/>
    </dgm:pt>
    <dgm:pt modelId="{32D51117-97CA-4D8E-AEBE-50AA6AD863DF}" type="pres">
      <dgm:prSet presAssocID="{29AAE703-03F5-47E8-A593-5B1C0D9D8169}" presName="rootConnector" presStyleCnt="0"/>
      <dgm:spPr/>
    </dgm:pt>
    <dgm:pt modelId="{138E55B8-D2BD-457F-8D74-E7A0979B19D8}" type="pres">
      <dgm:prSet presAssocID="{29AAE703-03F5-47E8-A593-5B1C0D9D8169}" presName="hierChild4" presStyleCnt="0"/>
      <dgm:spPr/>
    </dgm:pt>
    <dgm:pt modelId="{3EAB4CB2-FA19-47C4-9752-34BE5DB47C61}" type="pres">
      <dgm:prSet presAssocID="{29AAE703-03F5-47E8-A593-5B1C0D9D8169}" presName="hierChild5" presStyleCnt="0"/>
      <dgm:spPr/>
    </dgm:pt>
    <dgm:pt modelId="{A8836394-CDFA-45E2-84BA-04B7E6FB287D}" type="pres">
      <dgm:prSet presAssocID="{83200D60-E261-4792-82FC-FE7DFF65E90D}" presName="Name37" presStyleLbl="parChTrans1D4" presStyleIdx="3" presStyleCnt="9"/>
      <dgm:spPr/>
    </dgm:pt>
    <dgm:pt modelId="{788559B0-9097-4005-841D-37FAB0C74678}" type="pres">
      <dgm:prSet presAssocID="{DEE88715-1E62-4097-BC10-959A8FEBBCD0}" presName="hierRoot2" presStyleCnt="0">
        <dgm:presLayoutVars>
          <dgm:hierBranch val="init"/>
        </dgm:presLayoutVars>
      </dgm:prSet>
      <dgm:spPr/>
    </dgm:pt>
    <dgm:pt modelId="{9FD8D7C1-AFDA-4199-A323-89CED017EEF3}" type="pres">
      <dgm:prSet presAssocID="{DEE88715-1E62-4097-BC10-959A8FEBBCD0}" presName="rootComposite" presStyleCnt="0"/>
      <dgm:spPr/>
    </dgm:pt>
    <dgm:pt modelId="{F8DFAA57-91CE-4825-8353-89302DB67498}" type="pres">
      <dgm:prSet presAssocID="{DEE88715-1E62-4097-BC10-959A8FEBBCD0}" presName="rootText" presStyleLbl="node4" presStyleIdx="3" presStyleCnt="9">
        <dgm:presLayoutVars>
          <dgm:chPref val="3"/>
        </dgm:presLayoutVars>
      </dgm:prSet>
      <dgm:spPr/>
    </dgm:pt>
    <dgm:pt modelId="{7A915B0C-9B83-4069-A67B-3D3DFCA15B31}" type="pres">
      <dgm:prSet presAssocID="{DEE88715-1E62-4097-BC10-959A8FEBBCD0}" presName="rootConnector" presStyleCnt="0"/>
      <dgm:spPr/>
    </dgm:pt>
    <dgm:pt modelId="{B1272C14-9F4A-49B2-AD6D-0B1E7DBCE868}" type="pres">
      <dgm:prSet presAssocID="{DEE88715-1E62-4097-BC10-959A8FEBBCD0}" presName="hierChild4" presStyleCnt="0"/>
      <dgm:spPr/>
    </dgm:pt>
    <dgm:pt modelId="{96CE0370-7821-4185-980A-EBE340EEF667}" type="pres">
      <dgm:prSet presAssocID="{DEE88715-1E62-4097-BC10-959A8FEBBCD0}" presName="hierChild5" presStyleCnt="0"/>
      <dgm:spPr/>
    </dgm:pt>
    <dgm:pt modelId="{2A60D470-A908-43C6-A84C-D6CA31E63C4F}" type="pres">
      <dgm:prSet presAssocID="{DA383135-F92D-410E-ABB4-DA64AB227840}" presName="hierChild5" presStyleCnt="0"/>
      <dgm:spPr/>
    </dgm:pt>
    <dgm:pt modelId="{1EFC1431-A976-4E51-974D-7CA1B75B3245}" type="pres">
      <dgm:prSet presAssocID="{B6E8FE68-69E6-4587-AE24-F265D9363B82}" presName="Name37" presStyleLbl="parChTrans1D4" presStyleIdx="4" presStyleCnt="9"/>
      <dgm:spPr/>
    </dgm:pt>
    <dgm:pt modelId="{F22244AD-9AC7-434C-9287-854D13CBF28C}" type="pres">
      <dgm:prSet presAssocID="{2B2ADDAB-5BD6-404A-BC91-0AD1F31BF16C}" presName="hierRoot2" presStyleCnt="0">
        <dgm:presLayoutVars>
          <dgm:hierBranch val="init"/>
        </dgm:presLayoutVars>
      </dgm:prSet>
      <dgm:spPr/>
    </dgm:pt>
    <dgm:pt modelId="{0FAD0946-DC15-4FF4-BE5A-721136F0D0F5}" type="pres">
      <dgm:prSet presAssocID="{2B2ADDAB-5BD6-404A-BC91-0AD1F31BF16C}" presName="rootComposite" presStyleCnt="0"/>
      <dgm:spPr/>
    </dgm:pt>
    <dgm:pt modelId="{60E29F7B-2C9B-44D5-A986-513D6ED2D128}" type="pres">
      <dgm:prSet presAssocID="{2B2ADDAB-5BD6-404A-BC91-0AD1F31BF16C}" presName="rootText" presStyleLbl="node4" presStyleIdx="4" presStyleCnt="9">
        <dgm:presLayoutVars>
          <dgm:chPref val="3"/>
        </dgm:presLayoutVars>
      </dgm:prSet>
      <dgm:spPr/>
    </dgm:pt>
    <dgm:pt modelId="{24118627-A226-40CC-A5B4-BD854D404019}" type="pres">
      <dgm:prSet presAssocID="{2B2ADDAB-5BD6-404A-BC91-0AD1F31BF16C}" presName="rootConnector" presStyleCnt="0"/>
      <dgm:spPr/>
    </dgm:pt>
    <dgm:pt modelId="{76C2BBE8-6427-44C6-ADB2-E11204AB1883}" type="pres">
      <dgm:prSet presAssocID="{2B2ADDAB-5BD6-404A-BC91-0AD1F31BF16C}" presName="hierChild4" presStyleCnt="0"/>
      <dgm:spPr/>
    </dgm:pt>
    <dgm:pt modelId="{59C0CA7C-A222-4638-8108-87FB177D045B}" type="pres">
      <dgm:prSet presAssocID="{28134BA0-6F19-4C30-A81E-0EC4D78F3888}" presName="Name37" presStyleLbl="parChTrans1D4" presStyleIdx="5" presStyleCnt="9"/>
      <dgm:spPr/>
    </dgm:pt>
    <dgm:pt modelId="{56A92EEB-2A63-4AAC-AAC7-E2EBCF805DE3}" type="pres">
      <dgm:prSet presAssocID="{6F1A6F28-AE9C-457B-9B38-0858CE5F3BB0}" presName="hierRoot2" presStyleCnt="0">
        <dgm:presLayoutVars>
          <dgm:hierBranch val="init"/>
        </dgm:presLayoutVars>
      </dgm:prSet>
      <dgm:spPr/>
    </dgm:pt>
    <dgm:pt modelId="{16D508B9-518B-4ADE-91F6-B420045A85CD}" type="pres">
      <dgm:prSet presAssocID="{6F1A6F28-AE9C-457B-9B38-0858CE5F3BB0}" presName="rootComposite" presStyleCnt="0"/>
      <dgm:spPr/>
    </dgm:pt>
    <dgm:pt modelId="{EBC86C68-03F6-4456-BF0D-3DE685E7DF26}" type="pres">
      <dgm:prSet presAssocID="{6F1A6F28-AE9C-457B-9B38-0858CE5F3BB0}" presName="rootText" presStyleLbl="node4" presStyleIdx="5" presStyleCnt="9">
        <dgm:presLayoutVars>
          <dgm:chPref val="3"/>
        </dgm:presLayoutVars>
      </dgm:prSet>
      <dgm:spPr/>
    </dgm:pt>
    <dgm:pt modelId="{4B4DBA1F-ACB8-4FA2-BA66-77BA9824A90F}" type="pres">
      <dgm:prSet presAssocID="{6F1A6F28-AE9C-457B-9B38-0858CE5F3BB0}" presName="rootConnector" presStyleCnt="0"/>
      <dgm:spPr/>
    </dgm:pt>
    <dgm:pt modelId="{B8BA1456-3D82-4671-A239-62A46DD65F46}" type="pres">
      <dgm:prSet presAssocID="{6F1A6F28-AE9C-457B-9B38-0858CE5F3BB0}" presName="hierChild4" presStyleCnt="0"/>
      <dgm:spPr/>
    </dgm:pt>
    <dgm:pt modelId="{8F29E512-7D8A-4A27-BC10-0C3FCF9290D8}" type="pres">
      <dgm:prSet presAssocID="{6F1A6F28-AE9C-457B-9B38-0858CE5F3BB0}" presName="hierChild5" presStyleCnt="0"/>
      <dgm:spPr/>
    </dgm:pt>
    <dgm:pt modelId="{C7D83927-58A0-42AC-8BF0-4C88D977020E}" type="pres">
      <dgm:prSet presAssocID="{7BF63EEC-1BC6-4538-A708-7489CFA92730}" presName="Name37" presStyleLbl="parChTrans1D4" presStyleIdx="6" presStyleCnt="9"/>
      <dgm:spPr/>
    </dgm:pt>
    <dgm:pt modelId="{7B33B568-4C06-4C60-953C-77702EA7583B}" type="pres">
      <dgm:prSet presAssocID="{34AC8F08-059B-413F-9634-EAC4263F1D17}" presName="hierRoot2" presStyleCnt="0">
        <dgm:presLayoutVars>
          <dgm:hierBranch val="init"/>
        </dgm:presLayoutVars>
      </dgm:prSet>
      <dgm:spPr/>
    </dgm:pt>
    <dgm:pt modelId="{89D21A10-410D-4624-9135-DFDC96917474}" type="pres">
      <dgm:prSet presAssocID="{34AC8F08-059B-413F-9634-EAC4263F1D17}" presName="rootComposite" presStyleCnt="0"/>
      <dgm:spPr/>
    </dgm:pt>
    <dgm:pt modelId="{0538326D-8E6C-4D98-8C84-FC0E802AEBC5}" type="pres">
      <dgm:prSet presAssocID="{34AC8F08-059B-413F-9634-EAC4263F1D17}" presName="rootText" presStyleLbl="node4" presStyleIdx="6" presStyleCnt="9">
        <dgm:presLayoutVars>
          <dgm:chPref val="3"/>
        </dgm:presLayoutVars>
      </dgm:prSet>
      <dgm:spPr/>
    </dgm:pt>
    <dgm:pt modelId="{0C6D0E4B-A58E-455F-8B5C-B1630A073858}" type="pres">
      <dgm:prSet presAssocID="{34AC8F08-059B-413F-9634-EAC4263F1D17}" presName="rootConnector" presStyleCnt="0"/>
      <dgm:spPr/>
    </dgm:pt>
    <dgm:pt modelId="{2BF7F580-4744-44DF-8684-38A224788DEF}" type="pres">
      <dgm:prSet presAssocID="{34AC8F08-059B-413F-9634-EAC4263F1D17}" presName="hierChild4" presStyleCnt="0"/>
      <dgm:spPr/>
    </dgm:pt>
    <dgm:pt modelId="{AF7E2C0D-36F6-4967-B526-C436ACECF540}" type="pres">
      <dgm:prSet presAssocID="{34AC8F08-059B-413F-9634-EAC4263F1D17}" presName="hierChild5" presStyleCnt="0"/>
      <dgm:spPr/>
    </dgm:pt>
    <dgm:pt modelId="{CED237BB-0E02-41F1-995A-B8D49BFE6C85}" type="pres">
      <dgm:prSet presAssocID="{6EAF572D-189D-41A6-A86C-6CB8C86A1C7F}" presName="Name37" presStyleLbl="parChTrans1D4" presStyleIdx="7" presStyleCnt="9"/>
      <dgm:spPr/>
    </dgm:pt>
    <dgm:pt modelId="{971A0646-88CA-4331-8C78-6B3F8D8D9649}" type="pres">
      <dgm:prSet presAssocID="{76BF9985-6394-493E-8B93-4BCB347052E3}" presName="hierRoot2" presStyleCnt="0">
        <dgm:presLayoutVars>
          <dgm:hierBranch val="init"/>
        </dgm:presLayoutVars>
      </dgm:prSet>
      <dgm:spPr/>
    </dgm:pt>
    <dgm:pt modelId="{6B1DA3C8-665C-4C25-9344-0DD4CBD6BCF2}" type="pres">
      <dgm:prSet presAssocID="{76BF9985-6394-493E-8B93-4BCB347052E3}" presName="rootComposite" presStyleCnt="0"/>
      <dgm:spPr/>
    </dgm:pt>
    <dgm:pt modelId="{C5D51485-EA35-4692-B375-3CB311520412}" type="pres">
      <dgm:prSet presAssocID="{76BF9985-6394-493E-8B93-4BCB347052E3}" presName="rootText" presStyleLbl="node4" presStyleIdx="7" presStyleCnt="9">
        <dgm:presLayoutVars>
          <dgm:chPref val="3"/>
        </dgm:presLayoutVars>
      </dgm:prSet>
      <dgm:spPr/>
    </dgm:pt>
    <dgm:pt modelId="{FF09BCB0-95AE-41CD-AEF3-F2F3665CB7E5}" type="pres">
      <dgm:prSet presAssocID="{76BF9985-6394-493E-8B93-4BCB347052E3}" presName="rootConnector" presStyleCnt="0"/>
      <dgm:spPr/>
    </dgm:pt>
    <dgm:pt modelId="{5D92E9A0-E61C-4AFC-92CB-9AAD31110579}" type="pres">
      <dgm:prSet presAssocID="{76BF9985-6394-493E-8B93-4BCB347052E3}" presName="hierChild4" presStyleCnt="0"/>
      <dgm:spPr/>
    </dgm:pt>
    <dgm:pt modelId="{CE14FC5A-7467-4AD0-9B1F-CB9147CABD5A}" type="pres">
      <dgm:prSet presAssocID="{76BF9985-6394-493E-8B93-4BCB347052E3}" presName="hierChild5" presStyleCnt="0"/>
      <dgm:spPr/>
    </dgm:pt>
    <dgm:pt modelId="{6EA20ED7-B712-431F-877E-57371FE7E9EB}" type="pres">
      <dgm:prSet presAssocID="{2B2ADDAB-5BD6-404A-BC91-0AD1F31BF16C}" presName="hierChild5" presStyleCnt="0"/>
      <dgm:spPr/>
    </dgm:pt>
    <dgm:pt modelId="{2620F753-65B6-4532-849D-73361D4DF87C}" type="pres">
      <dgm:prSet presAssocID="{8D7F5A5E-8C7C-4D07-A245-33A91BEFA52C}" presName="Name37" presStyleLbl="parChTrans1D4" presStyleIdx="8" presStyleCnt="9"/>
      <dgm:spPr/>
    </dgm:pt>
    <dgm:pt modelId="{C8AFAF65-E7EC-4532-805B-04F51A2A9822}" type="pres">
      <dgm:prSet presAssocID="{07334677-4799-4854-BEBC-111EBD70546B}" presName="hierRoot2" presStyleCnt="0">
        <dgm:presLayoutVars>
          <dgm:hierBranch val="init"/>
        </dgm:presLayoutVars>
      </dgm:prSet>
      <dgm:spPr/>
    </dgm:pt>
    <dgm:pt modelId="{C7AAFD64-1983-4449-8B34-0C8FF5194797}" type="pres">
      <dgm:prSet presAssocID="{07334677-4799-4854-BEBC-111EBD70546B}" presName="rootComposite" presStyleCnt="0"/>
      <dgm:spPr/>
    </dgm:pt>
    <dgm:pt modelId="{2EC74CA9-01E8-46E8-9D62-213BC11820E4}" type="pres">
      <dgm:prSet presAssocID="{07334677-4799-4854-BEBC-111EBD70546B}" presName="rootText" presStyleLbl="node4" presStyleIdx="8" presStyleCnt="9">
        <dgm:presLayoutVars>
          <dgm:chPref val="3"/>
        </dgm:presLayoutVars>
      </dgm:prSet>
      <dgm:spPr/>
    </dgm:pt>
    <dgm:pt modelId="{171330E8-9A12-464C-AB44-DBC7319B938E}" type="pres">
      <dgm:prSet presAssocID="{07334677-4799-4854-BEBC-111EBD70546B}" presName="rootConnector" presStyleCnt="0"/>
      <dgm:spPr/>
    </dgm:pt>
    <dgm:pt modelId="{61D48864-BDD2-497C-BDC0-987C4C0A94CE}" type="pres">
      <dgm:prSet presAssocID="{07334677-4799-4854-BEBC-111EBD70546B}" presName="hierChild4" presStyleCnt="0"/>
      <dgm:spPr/>
    </dgm:pt>
    <dgm:pt modelId="{8AEAEDC9-9490-40FA-A811-9D10043614F7}" type="pres">
      <dgm:prSet presAssocID="{07334677-4799-4854-BEBC-111EBD70546B}" presName="hierChild5" presStyleCnt="0"/>
      <dgm:spPr/>
    </dgm:pt>
    <dgm:pt modelId="{A0AAADDC-FE5C-4815-9D61-C4D2888B35F3}" type="pres">
      <dgm:prSet presAssocID="{D20F7B05-D3D3-4CDB-BDA6-9931AC82085F}" presName="hierChild5" presStyleCnt="0"/>
      <dgm:spPr/>
    </dgm:pt>
    <dgm:pt modelId="{FCD18B93-BC4C-4830-B01F-86566FE81F00}" type="pres">
      <dgm:prSet presAssocID="{72FC1C62-1B31-43E2-BFDD-AE33D1198F46}" presName="hierChild5" presStyleCnt="0"/>
      <dgm:spPr/>
    </dgm:pt>
    <dgm:pt modelId="{2BEB6E60-6CC4-4C6A-8A8F-970A28E98BD3}" type="pres">
      <dgm:prSet presAssocID="{16939AD5-A7C9-4201-BA75-3378326A5C29}" presName="hierChild3" presStyleCnt="0"/>
      <dgm:spPr/>
    </dgm:pt>
  </dgm:ptLst>
  <dgm:cxnLst>
    <dgm:cxn modelId="{1DBCBDD9-CAFE-458B-AC4D-9C46A8708478}" srcId="{3468C26D-577A-4609-914E-559849B7216F}" destId="{16939AD5-A7C9-4201-BA75-3378326A5C29}" srcOrd="0" destOrd="0" parTransId="{039B5FD7-178A-426A-86BB-AC9C42D4C535}" sibTransId="{B55703AC-9C3E-438F-8ECF-861522138BEE}"/>
    <dgm:cxn modelId="{D7551453-B52D-4D0A-B145-83E2A7FA28C6}" srcId="{16939AD5-A7C9-4201-BA75-3378326A5C29}" destId="{72FC1C62-1B31-43E2-BFDD-AE33D1198F46}" srcOrd="0" destOrd="0" parTransId="{02394E82-2885-4E0D-A22C-A1962A64BE81}" sibTransId="{E4A4B09A-9D05-4E6E-90B8-6A748AC6FA30}"/>
    <dgm:cxn modelId="{0F873287-F6DB-4A52-887A-9CDAC64EA049}" srcId="{72FC1C62-1B31-43E2-BFDD-AE33D1198F46}" destId="{D20F7B05-D3D3-4CDB-BDA6-9931AC82085F}" srcOrd="0" destOrd="0" parTransId="{11602E45-C664-47C8-80A0-ABD4108E44E8}" sibTransId="{219D86C3-3334-4A30-B7F3-E74343A51556}"/>
    <dgm:cxn modelId="{38A6C226-428E-4203-A33F-1855E204748E}" srcId="{D20F7B05-D3D3-4CDB-BDA6-9931AC82085F}" destId="{DA383135-F92D-410E-ABB4-DA64AB227840}" srcOrd="0" destOrd="0" parTransId="{0FE63638-1375-437C-9312-D845167DE840}" sibTransId="{A92BD27C-898E-47B5-A187-56CF5692DF3E}"/>
    <dgm:cxn modelId="{D80709C4-BFE6-41FF-859F-CCE8D7A03A1C}" srcId="{DA383135-F92D-410E-ABB4-DA64AB227840}" destId="{C0D6EBD9-1D8B-4046-BD20-CD5BC8E4A143}" srcOrd="0" destOrd="0" parTransId="{BB4D3A7A-68CD-4329-8E88-F71A05F14FB5}" sibTransId="{5BE16358-3535-429F-AE2B-DC26D119F5A0}"/>
    <dgm:cxn modelId="{FEC0C0E4-2353-453F-86F5-8D746BB65CBF}" srcId="{DA383135-F92D-410E-ABB4-DA64AB227840}" destId="{29AAE703-03F5-47E8-A593-5B1C0D9D8169}" srcOrd="1" destOrd="0" parTransId="{90027B76-2EF3-48C6-B6CC-1A8A262C1F87}" sibTransId="{D11F2827-7592-42D3-B104-6D246D6F2917}"/>
    <dgm:cxn modelId="{6E32FBAA-B7CD-4BB7-801A-CC867AB39FD7}" srcId="{DA383135-F92D-410E-ABB4-DA64AB227840}" destId="{DEE88715-1E62-4097-BC10-959A8FEBBCD0}" srcOrd="2" destOrd="0" parTransId="{83200D60-E261-4792-82FC-FE7DFF65E90D}" sibTransId="{9E313EE9-B9D3-4013-A27B-4C405C5EFA19}"/>
    <dgm:cxn modelId="{A580D7E8-59A0-404C-B523-162BC09BD168}" srcId="{D20F7B05-D3D3-4CDB-BDA6-9931AC82085F}" destId="{2B2ADDAB-5BD6-404A-BC91-0AD1F31BF16C}" srcOrd="1" destOrd="0" parTransId="{B6E8FE68-69E6-4587-AE24-F265D9363B82}" sibTransId="{1CC312F0-99A6-4610-B70F-68E1B3421533}"/>
    <dgm:cxn modelId="{3BCA1719-8D0C-4605-81E9-181AE6B6B753}" srcId="{2B2ADDAB-5BD6-404A-BC91-0AD1F31BF16C}" destId="{6F1A6F28-AE9C-457B-9B38-0858CE5F3BB0}" srcOrd="0" destOrd="1" parTransId="{28134BA0-6F19-4C30-A81E-0EC4D78F3888}" sibTransId="{A31D1605-8138-47BA-961B-79E857D05AA0}"/>
    <dgm:cxn modelId="{1A70C398-14AA-443C-B379-961171961D1B}" srcId="{2B2ADDAB-5BD6-404A-BC91-0AD1F31BF16C}" destId="{34AC8F08-059B-413F-9634-EAC4263F1D17}" srcOrd="1" destOrd="1" parTransId="{7BF63EEC-1BC6-4538-A708-7489CFA92730}" sibTransId="{74A73E60-C27F-425C-BAF0-B52C173D9DD5}"/>
    <dgm:cxn modelId="{219D632A-0271-44C8-8075-30A4248ACA7D}" srcId="{2B2ADDAB-5BD6-404A-BC91-0AD1F31BF16C}" destId="{76BF9985-6394-493E-8B93-4BCB347052E3}" srcOrd="2" destOrd="1" parTransId="{6EAF572D-189D-41A6-A86C-6CB8C86A1C7F}" sibTransId="{73CCD1AF-BE33-4582-92A3-6A5A2D5AFCD0}"/>
    <dgm:cxn modelId="{DFDBB8E9-FDD5-40A8-AF9D-DC8E205CA31E}" srcId="{D20F7B05-D3D3-4CDB-BDA6-9931AC82085F}" destId="{07334677-4799-4854-BEBC-111EBD70546B}" srcOrd="2" destOrd="0" parTransId="{8D7F5A5E-8C7C-4D07-A245-33A91BEFA52C}" sibTransId="{AFA76871-02F1-49BF-8D19-412ECEF0DCD5}"/>
    <dgm:cxn modelId="{A6AB1CC1-C94A-4470-8566-DD6F7B650020}" type="presOf" srcId="{3468C26D-577A-4609-914E-559849B7216F}" destId="{D3FBB81B-7A42-4859-B4FE-78F5366157E4}" srcOrd="0" destOrd="0" presId="urn:microsoft.com/office/officeart/2005/8/layout/orgChart1"/>
    <dgm:cxn modelId="{C2103382-1987-4BD1-B3EF-2C11747DC53C}" type="presParOf" srcId="{D3FBB81B-7A42-4859-B4FE-78F5366157E4}" destId="{C3161646-277C-458C-8652-2E0943DDDF4D}" srcOrd="0" destOrd="0" presId="urn:microsoft.com/office/officeart/2005/8/layout/orgChart1"/>
    <dgm:cxn modelId="{8F064E19-EA61-4D64-81EC-4CE7A6473551}" type="presParOf" srcId="{C3161646-277C-458C-8652-2E0943DDDF4D}" destId="{D14A6B99-BACA-473E-B443-4FBC85EBE623}" srcOrd="0" destOrd="0" presId="urn:microsoft.com/office/officeart/2005/8/layout/orgChart1"/>
    <dgm:cxn modelId="{31A1794D-FC97-470B-958C-984F490FC5B5}" type="presOf" srcId="{16939AD5-A7C9-4201-BA75-3378326A5C29}" destId="{D14A6B99-BACA-473E-B443-4FBC85EBE623}" srcOrd="0" destOrd="0" presId="urn:microsoft.com/office/officeart/2005/8/layout/orgChart1"/>
    <dgm:cxn modelId="{777351E9-DD4B-409C-82E9-4ABCB393768B}" type="presParOf" srcId="{D14A6B99-BACA-473E-B443-4FBC85EBE623}" destId="{228E0EF4-744F-47B4-9D7F-C16750096194}" srcOrd="0" destOrd="0" presId="urn:microsoft.com/office/officeart/2005/8/layout/orgChart1"/>
    <dgm:cxn modelId="{75C60735-454B-402E-9C28-00C4FC8DE791}" type="presOf" srcId="{16939AD5-A7C9-4201-BA75-3378326A5C29}" destId="{228E0EF4-744F-47B4-9D7F-C16750096194}" srcOrd="0" destOrd="0" presId="urn:microsoft.com/office/officeart/2005/8/layout/orgChart1"/>
    <dgm:cxn modelId="{A2A0A39C-33E4-4D41-A05F-D19287E5F219}" type="presParOf" srcId="{D14A6B99-BACA-473E-B443-4FBC85EBE623}" destId="{98DDFC27-FD51-4F78-9045-46DD886A7CD4}" srcOrd="1" destOrd="0" presId="urn:microsoft.com/office/officeart/2005/8/layout/orgChart1"/>
    <dgm:cxn modelId="{2ED08384-2F6C-4805-AFD7-E6F241B13859}" type="presOf" srcId="{16939AD5-A7C9-4201-BA75-3378326A5C29}" destId="{98DDFC27-FD51-4F78-9045-46DD886A7CD4}" srcOrd="0" destOrd="0" presId="urn:microsoft.com/office/officeart/2005/8/layout/orgChart1"/>
    <dgm:cxn modelId="{941B3353-61A2-4CA7-8E2A-DBED6669716A}" type="presParOf" srcId="{C3161646-277C-458C-8652-2E0943DDDF4D}" destId="{619AEA7A-9C83-41EE-86D4-AE5F7BE85599}" srcOrd="1" destOrd="0" presId="urn:microsoft.com/office/officeart/2005/8/layout/orgChart1"/>
    <dgm:cxn modelId="{1B78FA72-4E19-4AC3-87E9-9CE080570159}" type="presParOf" srcId="{619AEA7A-9C83-41EE-86D4-AE5F7BE85599}" destId="{A0390147-1773-4F27-A2D1-1210FD782F22}" srcOrd="0" destOrd="1" presId="urn:microsoft.com/office/officeart/2005/8/layout/orgChart1"/>
    <dgm:cxn modelId="{1B246FE5-436E-4080-87CA-22E3AB5E7ED7}" type="presOf" srcId="{02394E82-2885-4E0D-A22C-A1962A64BE81}" destId="{A0390147-1773-4F27-A2D1-1210FD782F22}" srcOrd="0" destOrd="0" presId="urn:microsoft.com/office/officeart/2005/8/layout/orgChart1"/>
    <dgm:cxn modelId="{5D7BD816-D1CB-435D-BFB8-A14DC0A12CB5}" type="presParOf" srcId="{619AEA7A-9C83-41EE-86D4-AE5F7BE85599}" destId="{64D991E4-34D1-4F2B-80C5-6D28ED1D6E6A}" srcOrd="1" destOrd="1" presId="urn:microsoft.com/office/officeart/2005/8/layout/orgChart1"/>
    <dgm:cxn modelId="{F3278453-C23E-4A05-8F3D-1A376E81388D}" type="presParOf" srcId="{64D991E4-34D1-4F2B-80C5-6D28ED1D6E6A}" destId="{A04BE2BC-92F8-4A7B-826A-A1C762DF14A7}" srcOrd="0" destOrd="1" presId="urn:microsoft.com/office/officeart/2005/8/layout/orgChart1"/>
    <dgm:cxn modelId="{62BFDAAC-2CAE-4B31-A6CE-9F4D6ECAF06A}" type="presOf" srcId="{72FC1C62-1B31-43E2-BFDD-AE33D1198F46}" destId="{A04BE2BC-92F8-4A7B-826A-A1C762DF14A7}" srcOrd="0" destOrd="0" presId="urn:microsoft.com/office/officeart/2005/8/layout/orgChart1"/>
    <dgm:cxn modelId="{DA9F7E5F-B487-4782-A094-1AD6E931A37C}" type="presParOf" srcId="{A04BE2BC-92F8-4A7B-826A-A1C762DF14A7}" destId="{D53A6BD1-AC63-4776-B7FB-8BF7E6069853}" srcOrd="0" destOrd="0" presId="urn:microsoft.com/office/officeart/2005/8/layout/orgChart1"/>
    <dgm:cxn modelId="{05FBA25F-B622-4BC0-BD55-870677A0D14A}" type="presOf" srcId="{72FC1C62-1B31-43E2-BFDD-AE33D1198F46}" destId="{D53A6BD1-AC63-4776-B7FB-8BF7E6069853}" srcOrd="0" destOrd="0" presId="urn:microsoft.com/office/officeart/2005/8/layout/orgChart1"/>
    <dgm:cxn modelId="{DADED432-7908-4D36-BE4A-5DD0D32C700D}" type="presParOf" srcId="{A04BE2BC-92F8-4A7B-826A-A1C762DF14A7}" destId="{BB82477A-208B-4234-8E90-2B9B649B4993}" srcOrd="1" destOrd="0" presId="urn:microsoft.com/office/officeart/2005/8/layout/orgChart1"/>
    <dgm:cxn modelId="{4B2DA816-CDAF-4305-847A-2E98C213312D}" type="presOf" srcId="{72FC1C62-1B31-43E2-BFDD-AE33D1198F46}" destId="{BB82477A-208B-4234-8E90-2B9B649B4993}" srcOrd="0" destOrd="0" presId="urn:microsoft.com/office/officeart/2005/8/layout/orgChart1"/>
    <dgm:cxn modelId="{1EB248B6-0884-4322-AB5A-374D7C545E95}" type="presParOf" srcId="{64D991E4-34D1-4F2B-80C5-6D28ED1D6E6A}" destId="{CA841907-3E2B-4B01-BE32-D35569AFDF7B}" srcOrd="1" destOrd="1" presId="urn:microsoft.com/office/officeart/2005/8/layout/orgChart1"/>
    <dgm:cxn modelId="{F2951119-E561-419B-8570-A4BD65985299}" type="presParOf" srcId="{CA841907-3E2B-4B01-BE32-D35569AFDF7B}" destId="{882C0D6F-CB92-48C0-9AF6-C84D9D0858C7}" srcOrd="0" destOrd="1" presId="urn:microsoft.com/office/officeart/2005/8/layout/orgChart1"/>
    <dgm:cxn modelId="{74195334-6592-4D29-A2F6-451937C274C3}" type="presOf" srcId="{11602E45-C664-47C8-80A0-ABD4108E44E8}" destId="{882C0D6F-CB92-48C0-9AF6-C84D9D0858C7}" srcOrd="0" destOrd="0" presId="urn:microsoft.com/office/officeart/2005/8/layout/orgChart1"/>
    <dgm:cxn modelId="{900C466E-B899-4E1C-91BD-B48FFB92DFFA}" type="presParOf" srcId="{CA841907-3E2B-4B01-BE32-D35569AFDF7B}" destId="{E57CA317-5D2E-44E7-85DE-6779BE452872}" srcOrd="1" destOrd="1" presId="urn:microsoft.com/office/officeart/2005/8/layout/orgChart1"/>
    <dgm:cxn modelId="{DF4DE145-D724-4636-B634-15FD19ED57D2}" type="presParOf" srcId="{E57CA317-5D2E-44E7-85DE-6779BE452872}" destId="{35DEBB14-7122-4CBB-91E3-1A86ED16AE33}" srcOrd="0" destOrd="1" presId="urn:microsoft.com/office/officeart/2005/8/layout/orgChart1"/>
    <dgm:cxn modelId="{E62E230A-E0EA-46A0-A1C6-A3D318A96640}" type="presOf" srcId="{D20F7B05-D3D3-4CDB-BDA6-9931AC82085F}" destId="{35DEBB14-7122-4CBB-91E3-1A86ED16AE33}" srcOrd="0" destOrd="0" presId="urn:microsoft.com/office/officeart/2005/8/layout/orgChart1"/>
    <dgm:cxn modelId="{918FCC85-02B5-4841-9144-C91965A48969}" type="presParOf" srcId="{35DEBB14-7122-4CBB-91E3-1A86ED16AE33}" destId="{893F05B1-DFB9-41FA-A1F9-25C18ABAD877}" srcOrd="0" destOrd="0" presId="urn:microsoft.com/office/officeart/2005/8/layout/orgChart1"/>
    <dgm:cxn modelId="{B4E5D46A-84E6-4675-B1C8-201C64BD9DE3}" type="presOf" srcId="{D20F7B05-D3D3-4CDB-BDA6-9931AC82085F}" destId="{893F05B1-DFB9-41FA-A1F9-25C18ABAD877}" srcOrd="0" destOrd="0" presId="urn:microsoft.com/office/officeart/2005/8/layout/orgChart1"/>
    <dgm:cxn modelId="{C9EF0720-5853-4D63-BCE0-861265FF6C46}" type="presParOf" srcId="{35DEBB14-7122-4CBB-91E3-1A86ED16AE33}" destId="{710E4F18-A54B-480A-AFB3-D8DC73553DD7}" srcOrd="1" destOrd="0" presId="urn:microsoft.com/office/officeart/2005/8/layout/orgChart1"/>
    <dgm:cxn modelId="{757784F3-F579-4626-A043-176845552251}" type="presOf" srcId="{D20F7B05-D3D3-4CDB-BDA6-9931AC82085F}" destId="{710E4F18-A54B-480A-AFB3-D8DC73553DD7}" srcOrd="0" destOrd="0" presId="urn:microsoft.com/office/officeart/2005/8/layout/orgChart1"/>
    <dgm:cxn modelId="{83E63AAF-E5E9-4FA3-97D9-1597E4E955DE}" type="presParOf" srcId="{E57CA317-5D2E-44E7-85DE-6779BE452872}" destId="{B97EF406-1247-4C64-8C0F-55349B6F4F6C}" srcOrd="1" destOrd="1" presId="urn:microsoft.com/office/officeart/2005/8/layout/orgChart1"/>
    <dgm:cxn modelId="{71949C3B-D3F5-429B-B30F-A017DAC22DD4}" type="presParOf" srcId="{B97EF406-1247-4C64-8C0F-55349B6F4F6C}" destId="{0BB463F2-3360-4696-B61B-2107C30D4B33}" srcOrd="0" destOrd="1" presId="urn:microsoft.com/office/officeart/2005/8/layout/orgChart1"/>
    <dgm:cxn modelId="{8E06334C-4346-4524-9E97-9B285ABB5691}" type="presOf" srcId="{0FE63638-1375-437C-9312-D845167DE840}" destId="{0BB463F2-3360-4696-B61B-2107C30D4B33}" srcOrd="0" destOrd="0" presId="urn:microsoft.com/office/officeart/2005/8/layout/orgChart1"/>
    <dgm:cxn modelId="{313FC888-8984-414B-96B1-11EDD727D1FD}" type="presParOf" srcId="{B97EF406-1247-4C64-8C0F-55349B6F4F6C}" destId="{D67CE15A-F5CC-4C24-8D28-FAF0DFBDC821}" srcOrd="1" destOrd="1" presId="urn:microsoft.com/office/officeart/2005/8/layout/orgChart1"/>
    <dgm:cxn modelId="{1C45C00C-54D7-426A-8F33-0D6601F3BC11}" type="presParOf" srcId="{D67CE15A-F5CC-4C24-8D28-FAF0DFBDC821}" destId="{E7CE6977-3466-458A-BFE9-36F95026DFFD}" srcOrd="0" destOrd="1" presId="urn:microsoft.com/office/officeart/2005/8/layout/orgChart1"/>
    <dgm:cxn modelId="{7097F2FB-8B99-4062-8559-D5A111063A75}" type="presOf" srcId="{DA383135-F92D-410E-ABB4-DA64AB227840}" destId="{E7CE6977-3466-458A-BFE9-36F95026DFFD}" srcOrd="0" destOrd="0" presId="urn:microsoft.com/office/officeart/2005/8/layout/orgChart1"/>
    <dgm:cxn modelId="{6CF88DAF-76BB-4C5E-80AF-90663ADAC6B3}" type="presParOf" srcId="{E7CE6977-3466-458A-BFE9-36F95026DFFD}" destId="{5D53ACB1-5DA1-4DC6-9436-3B16C853AFBD}" srcOrd="0" destOrd="0" presId="urn:microsoft.com/office/officeart/2005/8/layout/orgChart1"/>
    <dgm:cxn modelId="{41B56B44-0864-4875-8256-4F80960506F3}" type="presOf" srcId="{DA383135-F92D-410E-ABB4-DA64AB227840}" destId="{5D53ACB1-5DA1-4DC6-9436-3B16C853AFBD}" srcOrd="0" destOrd="0" presId="urn:microsoft.com/office/officeart/2005/8/layout/orgChart1"/>
    <dgm:cxn modelId="{BC33323C-978A-40D9-B249-337ABC9A4284}" type="presParOf" srcId="{E7CE6977-3466-458A-BFE9-36F95026DFFD}" destId="{3F761200-6ECA-4E23-A876-3983D7639690}" srcOrd="1" destOrd="0" presId="urn:microsoft.com/office/officeart/2005/8/layout/orgChart1"/>
    <dgm:cxn modelId="{98EB0E35-4E08-422C-A946-EC9105352FE6}" type="presOf" srcId="{DA383135-F92D-410E-ABB4-DA64AB227840}" destId="{3F761200-6ECA-4E23-A876-3983D7639690}" srcOrd="0" destOrd="0" presId="urn:microsoft.com/office/officeart/2005/8/layout/orgChart1"/>
    <dgm:cxn modelId="{8CE52C57-A570-4D0D-8C72-13919CE3FCAB}" type="presParOf" srcId="{D67CE15A-F5CC-4C24-8D28-FAF0DFBDC821}" destId="{7D0257A9-4EC3-4214-907D-DEF6BFB8A155}" srcOrd="1" destOrd="1" presId="urn:microsoft.com/office/officeart/2005/8/layout/orgChart1"/>
    <dgm:cxn modelId="{5FE0DC86-26B9-4560-B098-95F5301AD9A1}" type="presParOf" srcId="{7D0257A9-4EC3-4214-907D-DEF6BFB8A155}" destId="{A297315A-AD7E-49CE-8A12-F1B3EF43CC54}" srcOrd="0" destOrd="1" presId="urn:microsoft.com/office/officeart/2005/8/layout/orgChart1"/>
    <dgm:cxn modelId="{CBC4CB9D-C849-4816-8EF5-4BE5FCFDB146}" type="presOf" srcId="{BB4D3A7A-68CD-4329-8E88-F71A05F14FB5}" destId="{A297315A-AD7E-49CE-8A12-F1B3EF43CC54}" srcOrd="0" destOrd="0" presId="urn:microsoft.com/office/officeart/2005/8/layout/orgChart1"/>
    <dgm:cxn modelId="{9236041B-769B-48BF-A8E0-75FC86AC9EFC}" type="presParOf" srcId="{7D0257A9-4EC3-4214-907D-DEF6BFB8A155}" destId="{DC3A83ED-F871-4B8D-AED7-8D24E1B9DFAA}" srcOrd="1" destOrd="1" presId="urn:microsoft.com/office/officeart/2005/8/layout/orgChart1"/>
    <dgm:cxn modelId="{1F28174F-515B-4ED2-BF7C-91EAF61CCE8A}" type="presParOf" srcId="{DC3A83ED-F871-4B8D-AED7-8D24E1B9DFAA}" destId="{6B5A26B6-F4C0-43F9-A91E-2656D9032D50}" srcOrd="0" destOrd="1" presId="urn:microsoft.com/office/officeart/2005/8/layout/orgChart1"/>
    <dgm:cxn modelId="{4F07B690-0D75-4745-8406-BE138734942E}" type="presOf" srcId="{C0D6EBD9-1D8B-4046-BD20-CD5BC8E4A143}" destId="{6B5A26B6-F4C0-43F9-A91E-2656D9032D50}" srcOrd="0" destOrd="0" presId="urn:microsoft.com/office/officeart/2005/8/layout/orgChart1"/>
    <dgm:cxn modelId="{2B6ADD79-8169-4023-8ADB-7EAF0454FD27}" type="presParOf" srcId="{6B5A26B6-F4C0-43F9-A91E-2656D9032D50}" destId="{5BBC8D6A-5189-4E54-BC4E-9F934964259F}" srcOrd="0" destOrd="0" presId="urn:microsoft.com/office/officeart/2005/8/layout/orgChart1"/>
    <dgm:cxn modelId="{EB79A9BE-43AB-4A03-8854-C69495F17E73}" type="presOf" srcId="{C0D6EBD9-1D8B-4046-BD20-CD5BC8E4A143}" destId="{5BBC8D6A-5189-4E54-BC4E-9F934964259F}" srcOrd="0" destOrd="0" presId="urn:microsoft.com/office/officeart/2005/8/layout/orgChart1"/>
    <dgm:cxn modelId="{177F92A0-BDAB-483E-BC60-E0E8DF03AC3C}" type="presParOf" srcId="{6B5A26B6-F4C0-43F9-A91E-2656D9032D50}" destId="{5D2F7035-A1A5-4D41-9B6A-9548CF67E4E3}" srcOrd="1" destOrd="0" presId="urn:microsoft.com/office/officeart/2005/8/layout/orgChart1"/>
    <dgm:cxn modelId="{A27056F2-B627-495D-8AE7-DBF47261A291}" type="presOf" srcId="{C0D6EBD9-1D8B-4046-BD20-CD5BC8E4A143}" destId="{5D2F7035-A1A5-4D41-9B6A-9548CF67E4E3}" srcOrd="0" destOrd="0" presId="urn:microsoft.com/office/officeart/2005/8/layout/orgChart1"/>
    <dgm:cxn modelId="{ADCF0B69-C668-476B-A188-9C4E933B2317}" type="presParOf" srcId="{DC3A83ED-F871-4B8D-AED7-8D24E1B9DFAA}" destId="{41BCEB1A-FA5E-469D-AD6B-2CDF889CDA45}" srcOrd="1" destOrd="1" presId="urn:microsoft.com/office/officeart/2005/8/layout/orgChart1"/>
    <dgm:cxn modelId="{0A09E8A0-51C6-4ECA-9050-33BD8904A37B}" type="presParOf" srcId="{DC3A83ED-F871-4B8D-AED7-8D24E1B9DFAA}" destId="{B0A8169D-FF46-47AC-8795-134163AE3309}" srcOrd="2" destOrd="1" presId="urn:microsoft.com/office/officeart/2005/8/layout/orgChart1"/>
    <dgm:cxn modelId="{C27ECF77-83F8-49FB-BE10-5D92CDA5FC0E}" type="presParOf" srcId="{7D0257A9-4EC3-4214-907D-DEF6BFB8A155}" destId="{84CFE70B-632B-402B-9D55-F3FDDA250CB5}" srcOrd="2" destOrd="1" presId="urn:microsoft.com/office/officeart/2005/8/layout/orgChart1"/>
    <dgm:cxn modelId="{2496374A-5E48-417A-A7CB-47167FBD46FD}" type="presOf" srcId="{90027B76-2EF3-48C6-B6CC-1A8A262C1F87}" destId="{84CFE70B-632B-402B-9D55-F3FDDA250CB5}" srcOrd="0" destOrd="0" presId="urn:microsoft.com/office/officeart/2005/8/layout/orgChart1"/>
    <dgm:cxn modelId="{DA917A74-64E5-4B9D-9FE6-C7A0A051980F}" type="presParOf" srcId="{7D0257A9-4EC3-4214-907D-DEF6BFB8A155}" destId="{D3DF3EF8-B9FF-403B-B512-4C41EC1C3B44}" srcOrd="3" destOrd="1" presId="urn:microsoft.com/office/officeart/2005/8/layout/orgChart1"/>
    <dgm:cxn modelId="{A5C13EC8-D439-4B13-B802-5A2D981C325D}" type="presParOf" srcId="{D3DF3EF8-B9FF-403B-B512-4C41EC1C3B44}" destId="{4174A2AD-B362-446C-9CEC-A2A517C2D718}" srcOrd="0" destOrd="3" presId="urn:microsoft.com/office/officeart/2005/8/layout/orgChart1"/>
    <dgm:cxn modelId="{106A37C6-4886-436B-9B10-2B8FC02EB759}" type="presOf" srcId="{29AAE703-03F5-47E8-A593-5B1C0D9D8169}" destId="{4174A2AD-B362-446C-9CEC-A2A517C2D718}" srcOrd="0" destOrd="0" presId="urn:microsoft.com/office/officeart/2005/8/layout/orgChart1"/>
    <dgm:cxn modelId="{F1FAE22F-94C7-4068-86E9-7012D366AEFA}" type="presParOf" srcId="{4174A2AD-B362-446C-9CEC-A2A517C2D718}" destId="{00094EE3-9518-472B-9F1F-C6BB8A1B3715}" srcOrd="0" destOrd="0" presId="urn:microsoft.com/office/officeart/2005/8/layout/orgChart1"/>
    <dgm:cxn modelId="{83847878-41EF-4CA6-B815-FEE55A6CDA4B}" type="presOf" srcId="{29AAE703-03F5-47E8-A593-5B1C0D9D8169}" destId="{00094EE3-9518-472B-9F1F-C6BB8A1B3715}" srcOrd="0" destOrd="0" presId="urn:microsoft.com/office/officeart/2005/8/layout/orgChart1"/>
    <dgm:cxn modelId="{87805D3D-CE0E-4A1E-8209-EB8853C84E9A}" type="presParOf" srcId="{4174A2AD-B362-446C-9CEC-A2A517C2D718}" destId="{32D51117-97CA-4D8E-AEBE-50AA6AD863DF}" srcOrd="1" destOrd="0" presId="urn:microsoft.com/office/officeart/2005/8/layout/orgChart1"/>
    <dgm:cxn modelId="{B04778DA-9951-4B45-B1EC-FFA2D9701B5C}" type="presOf" srcId="{29AAE703-03F5-47E8-A593-5B1C0D9D8169}" destId="{32D51117-97CA-4D8E-AEBE-50AA6AD863DF}" srcOrd="0" destOrd="0" presId="urn:microsoft.com/office/officeart/2005/8/layout/orgChart1"/>
    <dgm:cxn modelId="{98E413AF-7D5B-43CB-A31E-964C012659E6}" type="presParOf" srcId="{D3DF3EF8-B9FF-403B-B512-4C41EC1C3B44}" destId="{138E55B8-D2BD-457F-8D74-E7A0979B19D8}" srcOrd="1" destOrd="3" presId="urn:microsoft.com/office/officeart/2005/8/layout/orgChart1"/>
    <dgm:cxn modelId="{BFFAD7F2-A4B7-401B-870F-6E2F9B524CA2}" type="presParOf" srcId="{D3DF3EF8-B9FF-403B-B512-4C41EC1C3B44}" destId="{3EAB4CB2-FA19-47C4-9752-34BE5DB47C61}" srcOrd="2" destOrd="3" presId="urn:microsoft.com/office/officeart/2005/8/layout/orgChart1"/>
    <dgm:cxn modelId="{C129ACCA-1D4E-4F2D-87FD-79FC0E0F6F94}" type="presParOf" srcId="{7D0257A9-4EC3-4214-907D-DEF6BFB8A155}" destId="{A8836394-CDFA-45E2-84BA-04B7E6FB287D}" srcOrd="4" destOrd="1" presId="urn:microsoft.com/office/officeart/2005/8/layout/orgChart1"/>
    <dgm:cxn modelId="{37D40EFC-A715-4877-8677-53E683E01261}" type="presOf" srcId="{83200D60-E261-4792-82FC-FE7DFF65E90D}" destId="{A8836394-CDFA-45E2-84BA-04B7E6FB287D}" srcOrd="0" destOrd="0" presId="urn:microsoft.com/office/officeart/2005/8/layout/orgChart1"/>
    <dgm:cxn modelId="{595289D9-1F06-4A83-9049-3CA6A883B2BE}" type="presParOf" srcId="{7D0257A9-4EC3-4214-907D-DEF6BFB8A155}" destId="{788559B0-9097-4005-841D-37FAB0C74678}" srcOrd="5" destOrd="1" presId="urn:microsoft.com/office/officeart/2005/8/layout/orgChart1"/>
    <dgm:cxn modelId="{550598AA-6A9A-4A87-A149-6636D25312EE}" type="presParOf" srcId="{788559B0-9097-4005-841D-37FAB0C74678}" destId="{9FD8D7C1-AFDA-4199-A323-89CED017EEF3}" srcOrd="0" destOrd="5" presId="urn:microsoft.com/office/officeart/2005/8/layout/orgChart1"/>
    <dgm:cxn modelId="{1B52B4EE-AA4E-4D42-A555-BC83700E8FB9}" type="presOf" srcId="{DEE88715-1E62-4097-BC10-959A8FEBBCD0}" destId="{9FD8D7C1-AFDA-4199-A323-89CED017EEF3}" srcOrd="0" destOrd="0" presId="urn:microsoft.com/office/officeart/2005/8/layout/orgChart1"/>
    <dgm:cxn modelId="{D11EB1EF-F57F-4AEF-9A9E-8C5174270D71}" type="presParOf" srcId="{9FD8D7C1-AFDA-4199-A323-89CED017EEF3}" destId="{F8DFAA57-91CE-4825-8353-89302DB67498}" srcOrd="0" destOrd="0" presId="urn:microsoft.com/office/officeart/2005/8/layout/orgChart1"/>
    <dgm:cxn modelId="{3C3F6184-9209-49AB-A596-EDF67FD5A402}" type="presOf" srcId="{DEE88715-1E62-4097-BC10-959A8FEBBCD0}" destId="{F8DFAA57-91CE-4825-8353-89302DB67498}" srcOrd="0" destOrd="0" presId="urn:microsoft.com/office/officeart/2005/8/layout/orgChart1"/>
    <dgm:cxn modelId="{8374FE4D-957B-431A-82A1-C6E46BC273FA}" type="presParOf" srcId="{9FD8D7C1-AFDA-4199-A323-89CED017EEF3}" destId="{7A915B0C-9B83-4069-A67B-3D3DFCA15B31}" srcOrd="1" destOrd="0" presId="urn:microsoft.com/office/officeart/2005/8/layout/orgChart1"/>
    <dgm:cxn modelId="{C0758581-5CE9-44C9-9977-117A56E13333}" type="presOf" srcId="{DEE88715-1E62-4097-BC10-959A8FEBBCD0}" destId="{7A915B0C-9B83-4069-A67B-3D3DFCA15B31}" srcOrd="0" destOrd="0" presId="urn:microsoft.com/office/officeart/2005/8/layout/orgChart1"/>
    <dgm:cxn modelId="{0D365D17-DD2C-49FC-A3F1-A6FF26559172}" type="presParOf" srcId="{788559B0-9097-4005-841D-37FAB0C74678}" destId="{B1272C14-9F4A-49B2-AD6D-0B1E7DBCE868}" srcOrd="1" destOrd="5" presId="urn:microsoft.com/office/officeart/2005/8/layout/orgChart1"/>
    <dgm:cxn modelId="{D8A2885F-F442-40C4-B3A4-6E6879107FE4}" type="presParOf" srcId="{788559B0-9097-4005-841D-37FAB0C74678}" destId="{96CE0370-7821-4185-980A-EBE340EEF667}" srcOrd="2" destOrd="5" presId="urn:microsoft.com/office/officeart/2005/8/layout/orgChart1"/>
    <dgm:cxn modelId="{A4992801-4D96-469D-9F18-27394B427B1D}" type="presParOf" srcId="{D67CE15A-F5CC-4C24-8D28-FAF0DFBDC821}" destId="{2A60D470-A908-43C6-A84C-D6CA31E63C4F}" srcOrd="2" destOrd="1" presId="urn:microsoft.com/office/officeart/2005/8/layout/orgChart1"/>
    <dgm:cxn modelId="{E9E6392C-0161-478E-AA1D-8F594F5215D6}" type="presParOf" srcId="{B97EF406-1247-4C64-8C0F-55349B6F4F6C}" destId="{1EFC1431-A976-4E51-974D-7CA1B75B3245}" srcOrd="2" destOrd="1" presId="urn:microsoft.com/office/officeart/2005/8/layout/orgChart1"/>
    <dgm:cxn modelId="{4A0738A3-3385-4218-963C-97010CE5F7C4}" type="presOf" srcId="{B6E8FE68-69E6-4587-AE24-F265D9363B82}" destId="{1EFC1431-A976-4E51-974D-7CA1B75B3245}" srcOrd="0" destOrd="0" presId="urn:microsoft.com/office/officeart/2005/8/layout/orgChart1"/>
    <dgm:cxn modelId="{99C2C05B-807D-4E24-8FC5-C104914CD178}" type="presParOf" srcId="{B97EF406-1247-4C64-8C0F-55349B6F4F6C}" destId="{F22244AD-9AC7-434C-9287-854D13CBF28C}" srcOrd="3" destOrd="1" presId="urn:microsoft.com/office/officeart/2005/8/layout/orgChart1"/>
    <dgm:cxn modelId="{0E594ED7-1C01-44B4-B483-874DA515C764}" type="presParOf" srcId="{F22244AD-9AC7-434C-9287-854D13CBF28C}" destId="{0FAD0946-DC15-4FF4-BE5A-721136F0D0F5}" srcOrd="0" destOrd="3" presId="urn:microsoft.com/office/officeart/2005/8/layout/orgChart1"/>
    <dgm:cxn modelId="{54249C86-0277-47B1-B956-8B5D4B7DF379}" type="presOf" srcId="{2B2ADDAB-5BD6-404A-BC91-0AD1F31BF16C}" destId="{0FAD0946-DC15-4FF4-BE5A-721136F0D0F5}" srcOrd="0" destOrd="0" presId="urn:microsoft.com/office/officeart/2005/8/layout/orgChart1"/>
    <dgm:cxn modelId="{27A46CB8-0A53-4260-A9EB-5C424D16E1EF}" type="presParOf" srcId="{0FAD0946-DC15-4FF4-BE5A-721136F0D0F5}" destId="{60E29F7B-2C9B-44D5-A986-513D6ED2D128}" srcOrd="0" destOrd="0" presId="urn:microsoft.com/office/officeart/2005/8/layout/orgChart1"/>
    <dgm:cxn modelId="{F2B191F6-E730-4A85-B560-BAAF898EABCE}" type="presOf" srcId="{2B2ADDAB-5BD6-404A-BC91-0AD1F31BF16C}" destId="{60E29F7B-2C9B-44D5-A986-513D6ED2D128}" srcOrd="0" destOrd="0" presId="urn:microsoft.com/office/officeart/2005/8/layout/orgChart1"/>
    <dgm:cxn modelId="{60C8B223-23A1-49C1-981C-9E1A0615A069}" type="presParOf" srcId="{0FAD0946-DC15-4FF4-BE5A-721136F0D0F5}" destId="{24118627-A226-40CC-A5B4-BD854D404019}" srcOrd="1" destOrd="0" presId="urn:microsoft.com/office/officeart/2005/8/layout/orgChart1"/>
    <dgm:cxn modelId="{123B5907-372A-4D62-8C4A-512C6389B694}" type="presOf" srcId="{2B2ADDAB-5BD6-404A-BC91-0AD1F31BF16C}" destId="{24118627-A226-40CC-A5B4-BD854D404019}" srcOrd="0" destOrd="0" presId="urn:microsoft.com/office/officeart/2005/8/layout/orgChart1"/>
    <dgm:cxn modelId="{4E8C8D82-C99B-423A-BC47-610B919F3A60}" type="presParOf" srcId="{F22244AD-9AC7-434C-9287-854D13CBF28C}" destId="{76C2BBE8-6427-44C6-ADB2-E11204AB1883}" srcOrd="1" destOrd="3" presId="urn:microsoft.com/office/officeart/2005/8/layout/orgChart1"/>
    <dgm:cxn modelId="{E414A148-068D-4A8A-9A92-5681AB07971E}" type="presParOf" srcId="{76C2BBE8-6427-44C6-ADB2-E11204AB1883}" destId="{59C0CA7C-A222-4638-8108-87FB177D045B}" srcOrd="0" destOrd="1" presId="urn:microsoft.com/office/officeart/2005/8/layout/orgChart1"/>
    <dgm:cxn modelId="{981EB906-FDC0-4CDE-A599-FE723C52CDE6}" type="presOf" srcId="{28134BA0-6F19-4C30-A81E-0EC4D78F3888}" destId="{59C0CA7C-A222-4638-8108-87FB177D045B}" srcOrd="0" destOrd="0" presId="urn:microsoft.com/office/officeart/2005/8/layout/orgChart1"/>
    <dgm:cxn modelId="{6309C63D-4DA6-4304-817A-D2C33ED88AD5}" type="presParOf" srcId="{76C2BBE8-6427-44C6-ADB2-E11204AB1883}" destId="{56A92EEB-2A63-4AAC-AAC7-E2EBCF805DE3}" srcOrd="1" destOrd="1" presId="urn:microsoft.com/office/officeart/2005/8/layout/orgChart1"/>
    <dgm:cxn modelId="{B209A221-1125-4BCE-9CC3-518E7B2FBB5D}" type="presParOf" srcId="{56A92EEB-2A63-4AAC-AAC7-E2EBCF805DE3}" destId="{16D508B9-518B-4ADE-91F6-B420045A85CD}" srcOrd="0" destOrd="1" presId="urn:microsoft.com/office/officeart/2005/8/layout/orgChart1"/>
    <dgm:cxn modelId="{0FDBF366-CE9B-4C27-B3DF-B43DB9A4EB50}" type="presOf" srcId="{6F1A6F28-AE9C-457B-9B38-0858CE5F3BB0}" destId="{16D508B9-518B-4ADE-91F6-B420045A85CD}" srcOrd="0" destOrd="0" presId="urn:microsoft.com/office/officeart/2005/8/layout/orgChart1"/>
    <dgm:cxn modelId="{CF090AA4-9B16-4468-B49D-31D4A635B280}" type="presParOf" srcId="{16D508B9-518B-4ADE-91F6-B420045A85CD}" destId="{EBC86C68-03F6-4456-BF0D-3DE685E7DF26}" srcOrd="0" destOrd="0" presId="urn:microsoft.com/office/officeart/2005/8/layout/orgChart1"/>
    <dgm:cxn modelId="{41CD91A0-BE52-4EC6-82F8-C730345DBB1B}" type="presOf" srcId="{6F1A6F28-AE9C-457B-9B38-0858CE5F3BB0}" destId="{EBC86C68-03F6-4456-BF0D-3DE685E7DF26}" srcOrd="0" destOrd="0" presId="urn:microsoft.com/office/officeart/2005/8/layout/orgChart1"/>
    <dgm:cxn modelId="{BF355AA9-A2C4-4931-97D3-F0628A848E1F}" type="presParOf" srcId="{16D508B9-518B-4ADE-91F6-B420045A85CD}" destId="{4B4DBA1F-ACB8-4FA2-BA66-77BA9824A90F}" srcOrd="1" destOrd="0" presId="urn:microsoft.com/office/officeart/2005/8/layout/orgChart1"/>
    <dgm:cxn modelId="{7F27618A-AC8E-4106-B400-0356D0C96E37}" type="presOf" srcId="{6F1A6F28-AE9C-457B-9B38-0858CE5F3BB0}" destId="{4B4DBA1F-ACB8-4FA2-BA66-77BA9824A90F}" srcOrd="0" destOrd="0" presId="urn:microsoft.com/office/officeart/2005/8/layout/orgChart1"/>
    <dgm:cxn modelId="{60F8FBBB-45E2-45D0-B2F7-A35952FE8B77}" type="presParOf" srcId="{56A92EEB-2A63-4AAC-AAC7-E2EBCF805DE3}" destId="{B8BA1456-3D82-4671-A239-62A46DD65F46}" srcOrd="1" destOrd="1" presId="urn:microsoft.com/office/officeart/2005/8/layout/orgChart1"/>
    <dgm:cxn modelId="{797AF226-7086-4EBE-B8B3-4AFA4E030EA6}" type="presParOf" srcId="{56A92EEB-2A63-4AAC-AAC7-E2EBCF805DE3}" destId="{8F29E512-7D8A-4A27-BC10-0C3FCF9290D8}" srcOrd="2" destOrd="1" presId="urn:microsoft.com/office/officeart/2005/8/layout/orgChart1"/>
    <dgm:cxn modelId="{376B0919-1EE6-4D50-A508-63D36921D634}" type="presParOf" srcId="{76C2BBE8-6427-44C6-ADB2-E11204AB1883}" destId="{C7D83927-58A0-42AC-8BF0-4C88D977020E}" srcOrd="2" destOrd="1" presId="urn:microsoft.com/office/officeart/2005/8/layout/orgChart1"/>
    <dgm:cxn modelId="{09588789-B619-47C2-B76F-EB26C68C1514}" type="presOf" srcId="{7BF63EEC-1BC6-4538-A708-7489CFA92730}" destId="{C7D83927-58A0-42AC-8BF0-4C88D977020E}" srcOrd="0" destOrd="0" presId="urn:microsoft.com/office/officeart/2005/8/layout/orgChart1"/>
    <dgm:cxn modelId="{1FC0FBF0-4130-467E-9530-A7C0B726B9A4}" type="presParOf" srcId="{76C2BBE8-6427-44C6-ADB2-E11204AB1883}" destId="{7B33B568-4C06-4C60-953C-77702EA7583B}" srcOrd="3" destOrd="1" presId="urn:microsoft.com/office/officeart/2005/8/layout/orgChart1"/>
    <dgm:cxn modelId="{2FF001C9-39AA-4095-BF14-785A4EC83EB8}" type="presParOf" srcId="{7B33B568-4C06-4C60-953C-77702EA7583B}" destId="{89D21A10-410D-4624-9135-DFDC96917474}" srcOrd="0" destOrd="3" presId="urn:microsoft.com/office/officeart/2005/8/layout/orgChart1"/>
    <dgm:cxn modelId="{07E1C6C6-585F-4812-8363-96F74304F668}" type="presOf" srcId="{34AC8F08-059B-413F-9634-EAC4263F1D17}" destId="{89D21A10-410D-4624-9135-DFDC96917474}" srcOrd="0" destOrd="0" presId="urn:microsoft.com/office/officeart/2005/8/layout/orgChart1"/>
    <dgm:cxn modelId="{185AF085-97D5-4FBD-94A2-A6F65AE3EF22}" type="presParOf" srcId="{89D21A10-410D-4624-9135-DFDC96917474}" destId="{0538326D-8E6C-4D98-8C84-FC0E802AEBC5}" srcOrd="0" destOrd="0" presId="urn:microsoft.com/office/officeart/2005/8/layout/orgChart1"/>
    <dgm:cxn modelId="{3C08B087-2EDD-4B68-BFC1-29AAA0EE6FA1}" type="presOf" srcId="{34AC8F08-059B-413F-9634-EAC4263F1D17}" destId="{0538326D-8E6C-4D98-8C84-FC0E802AEBC5}" srcOrd="0" destOrd="0" presId="urn:microsoft.com/office/officeart/2005/8/layout/orgChart1"/>
    <dgm:cxn modelId="{B51238D1-2C77-4196-B0E0-D6FF41CDB715}" type="presParOf" srcId="{89D21A10-410D-4624-9135-DFDC96917474}" destId="{0C6D0E4B-A58E-455F-8B5C-B1630A073858}" srcOrd="1" destOrd="0" presId="urn:microsoft.com/office/officeart/2005/8/layout/orgChart1"/>
    <dgm:cxn modelId="{06F9FF27-7208-4F02-9AE8-9801DB054A02}" type="presOf" srcId="{34AC8F08-059B-413F-9634-EAC4263F1D17}" destId="{0C6D0E4B-A58E-455F-8B5C-B1630A073858}" srcOrd="0" destOrd="0" presId="urn:microsoft.com/office/officeart/2005/8/layout/orgChart1"/>
    <dgm:cxn modelId="{51143C0A-B372-4A32-878C-86A1D426E525}" type="presParOf" srcId="{7B33B568-4C06-4C60-953C-77702EA7583B}" destId="{2BF7F580-4744-44DF-8684-38A224788DEF}" srcOrd="1" destOrd="3" presId="urn:microsoft.com/office/officeart/2005/8/layout/orgChart1"/>
    <dgm:cxn modelId="{F53FDB91-A4CC-4F99-BE53-D19945FE9463}" type="presParOf" srcId="{7B33B568-4C06-4C60-953C-77702EA7583B}" destId="{AF7E2C0D-36F6-4967-B526-C436ACECF540}" srcOrd="2" destOrd="3" presId="urn:microsoft.com/office/officeart/2005/8/layout/orgChart1"/>
    <dgm:cxn modelId="{161BD6B3-0D34-4E7F-8C3D-666DCB8C818C}" type="presParOf" srcId="{76C2BBE8-6427-44C6-ADB2-E11204AB1883}" destId="{CED237BB-0E02-41F1-995A-B8D49BFE6C85}" srcOrd="4" destOrd="1" presId="urn:microsoft.com/office/officeart/2005/8/layout/orgChart1"/>
    <dgm:cxn modelId="{B70E323B-5445-43D8-A9B4-A5A180055B1F}" type="presOf" srcId="{6EAF572D-189D-41A6-A86C-6CB8C86A1C7F}" destId="{CED237BB-0E02-41F1-995A-B8D49BFE6C85}" srcOrd="0" destOrd="0" presId="urn:microsoft.com/office/officeart/2005/8/layout/orgChart1"/>
    <dgm:cxn modelId="{AA169209-F870-4EB7-8A7E-4B503BF2BF7A}" type="presParOf" srcId="{76C2BBE8-6427-44C6-ADB2-E11204AB1883}" destId="{971A0646-88CA-4331-8C78-6B3F8D8D9649}" srcOrd="5" destOrd="1" presId="urn:microsoft.com/office/officeart/2005/8/layout/orgChart1"/>
    <dgm:cxn modelId="{2D766395-79A8-4A70-A5DC-4D658558F2BB}" type="presParOf" srcId="{971A0646-88CA-4331-8C78-6B3F8D8D9649}" destId="{6B1DA3C8-665C-4C25-9344-0DD4CBD6BCF2}" srcOrd="0" destOrd="5" presId="urn:microsoft.com/office/officeart/2005/8/layout/orgChart1"/>
    <dgm:cxn modelId="{F8485BA3-FFF0-41B3-88E3-8782F1A6E9DF}" type="presOf" srcId="{76BF9985-6394-493E-8B93-4BCB347052E3}" destId="{6B1DA3C8-665C-4C25-9344-0DD4CBD6BCF2}" srcOrd="0" destOrd="0" presId="urn:microsoft.com/office/officeart/2005/8/layout/orgChart1"/>
    <dgm:cxn modelId="{9280CC20-2C3B-48C0-A525-3CCFBA1B2F31}" type="presParOf" srcId="{6B1DA3C8-665C-4C25-9344-0DD4CBD6BCF2}" destId="{C5D51485-EA35-4692-B375-3CB311520412}" srcOrd="0" destOrd="0" presId="urn:microsoft.com/office/officeart/2005/8/layout/orgChart1"/>
    <dgm:cxn modelId="{6B10357E-E20C-45A4-AB88-3BE3DEE47DE5}" type="presOf" srcId="{76BF9985-6394-493E-8B93-4BCB347052E3}" destId="{C5D51485-EA35-4692-B375-3CB311520412}" srcOrd="0" destOrd="0" presId="urn:microsoft.com/office/officeart/2005/8/layout/orgChart1"/>
    <dgm:cxn modelId="{8D5AC547-3823-48DC-9892-84EF4C14151D}" type="presParOf" srcId="{6B1DA3C8-665C-4C25-9344-0DD4CBD6BCF2}" destId="{FF09BCB0-95AE-41CD-AEF3-F2F3665CB7E5}" srcOrd="1" destOrd="0" presId="urn:microsoft.com/office/officeart/2005/8/layout/orgChart1"/>
    <dgm:cxn modelId="{A0E9226C-7D54-4217-A591-07578B9772DB}" type="presOf" srcId="{76BF9985-6394-493E-8B93-4BCB347052E3}" destId="{FF09BCB0-95AE-41CD-AEF3-F2F3665CB7E5}" srcOrd="0" destOrd="0" presId="urn:microsoft.com/office/officeart/2005/8/layout/orgChart1"/>
    <dgm:cxn modelId="{BBC5C56C-9FB8-40F7-A4F2-AE900DB98708}" type="presParOf" srcId="{971A0646-88CA-4331-8C78-6B3F8D8D9649}" destId="{5D92E9A0-E61C-4AFC-92CB-9AAD31110579}" srcOrd="1" destOrd="5" presId="urn:microsoft.com/office/officeart/2005/8/layout/orgChart1"/>
    <dgm:cxn modelId="{10D5CCD2-EC7B-475B-8E1D-632B41DD87C8}" type="presParOf" srcId="{971A0646-88CA-4331-8C78-6B3F8D8D9649}" destId="{CE14FC5A-7467-4AD0-9B1F-CB9147CABD5A}" srcOrd="2" destOrd="5" presId="urn:microsoft.com/office/officeart/2005/8/layout/orgChart1"/>
    <dgm:cxn modelId="{1E781976-CD19-491D-9DA8-5DC2C67ADAD4}" type="presParOf" srcId="{F22244AD-9AC7-434C-9287-854D13CBF28C}" destId="{6EA20ED7-B712-431F-877E-57371FE7E9EB}" srcOrd="2" destOrd="3" presId="urn:microsoft.com/office/officeart/2005/8/layout/orgChart1"/>
    <dgm:cxn modelId="{BFFA126B-5086-4460-973B-4F1A6EF87CC8}" type="presParOf" srcId="{B97EF406-1247-4C64-8C0F-55349B6F4F6C}" destId="{2620F753-65B6-4532-849D-73361D4DF87C}" srcOrd="4" destOrd="1" presId="urn:microsoft.com/office/officeart/2005/8/layout/orgChart1"/>
    <dgm:cxn modelId="{A5B8B6A1-8AB4-4F58-8EC7-58F74A4702CE}" type="presOf" srcId="{8D7F5A5E-8C7C-4D07-A245-33A91BEFA52C}" destId="{2620F753-65B6-4532-849D-73361D4DF87C}" srcOrd="0" destOrd="0" presId="urn:microsoft.com/office/officeart/2005/8/layout/orgChart1"/>
    <dgm:cxn modelId="{6FD65014-79F8-4407-870A-2EF8E13C15E4}" type="presParOf" srcId="{B97EF406-1247-4C64-8C0F-55349B6F4F6C}" destId="{C8AFAF65-E7EC-4532-805B-04F51A2A9822}" srcOrd="5" destOrd="1" presId="urn:microsoft.com/office/officeart/2005/8/layout/orgChart1"/>
    <dgm:cxn modelId="{74070E5B-2182-479C-A270-2F3EE1C977F4}" type="presParOf" srcId="{C8AFAF65-E7EC-4532-805B-04F51A2A9822}" destId="{C7AAFD64-1983-4449-8B34-0C8FF5194797}" srcOrd="0" destOrd="5" presId="urn:microsoft.com/office/officeart/2005/8/layout/orgChart1"/>
    <dgm:cxn modelId="{5033D7DE-9817-444E-A80E-6FAF2041AFFD}" type="presOf" srcId="{07334677-4799-4854-BEBC-111EBD70546B}" destId="{C7AAFD64-1983-4449-8B34-0C8FF5194797}" srcOrd="0" destOrd="0" presId="urn:microsoft.com/office/officeart/2005/8/layout/orgChart1"/>
    <dgm:cxn modelId="{C588760A-EBBD-4AE9-B444-C56B10ED3A0F}" type="presParOf" srcId="{C7AAFD64-1983-4449-8B34-0C8FF5194797}" destId="{2EC74CA9-01E8-46E8-9D62-213BC11820E4}" srcOrd="0" destOrd="0" presId="urn:microsoft.com/office/officeart/2005/8/layout/orgChart1"/>
    <dgm:cxn modelId="{20BDF35C-55A9-48CD-AB21-7A30877A3F81}" type="presOf" srcId="{07334677-4799-4854-BEBC-111EBD70546B}" destId="{2EC74CA9-01E8-46E8-9D62-213BC11820E4}" srcOrd="0" destOrd="0" presId="urn:microsoft.com/office/officeart/2005/8/layout/orgChart1"/>
    <dgm:cxn modelId="{C28894D9-D4EA-458E-AF77-6077694574C0}" type="presParOf" srcId="{C7AAFD64-1983-4449-8B34-0C8FF5194797}" destId="{171330E8-9A12-464C-AB44-DBC7319B938E}" srcOrd="1" destOrd="0" presId="urn:microsoft.com/office/officeart/2005/8/layout/orgChart1"/>
    <dgm:cxn modelId="{13B1E56E-713A-46C8-98AE-5FDFB109964B}" type="presOf" srcId="{07334677-4799-4854-BEBC-111EBD70546B}" destId="{171330E8-9A12-464C-AB44-DBC7319B938E}" srcOrd="0" destOrd="0" presId="urn:microsoft.com/office/officeart/2005/8/layout/orgChart1"/>
    <dgm:cxn modelId="{62ACE287-FEAD-4D5A-9A6F-59B9B0EAEF91}" type="presParOf" srcId="{C8AFAF65-E7EC-4532-805B-04F51A2A9822}" destId="{61D48864-BDD2-497C-BDC0-987C4C0A94CE}" srcOrd="1" destOrd="5" presId="urn:microsoft.com/office/officeart/2005/8/layout/orgChart1"/>
    <dgm:cxn modelId="{8C23316F-6643-43EA-9BD3-718040D9605E}" type="presParOf" srcId="{C8AFAF65-E7EC-4532-805B-04F51A2A9822}" destId="{8AEAEDC9-9490-40FA-A811-9D10043614F7}" srcOrd="2" destOrd="5" presId="urn:microsoft.com/office/officeart/2005/8/layout/orgChart1"/>
    <dgm:cxn modelId="{37406E09-381F-48FD-BB29-AA9CA8EBD6AA}" type="presParOf" srcId="{E57CA317-5D2E-44E7-85DE-6779BE452872}" destId="{A0AAADDC-FE5C-4815-9D61-C4D2888B35F3}" srcOrd="2" destOrd="1" presId="urn:microsoft.com/office/officeart/2005/8/layout/orgChart1"/>
    <dgm:cxn modelId="{494C841B-DEC8-466E-A886-A7DCF861C618}" type="presParOf" srcId="{64D991E4-34D1-4F2B-80C5-6D28ED1D6E6A}" destId="{FCD18B93-BC4C-4830-B01F-86566FE81F00}" srcOrd="2" destOrd="1" presId="urn:microsoft.com/office/officeart/2005/8/layout/orgChart1"/>
    <dgm:cxn modelId="{306C425B-44DF-4FB7-A8E9-F5954031920C}" type="presParOf" srcId="{C3161646-277C-458C-8652-2E0943DDDF4D}" destId="{2BEB6E60-6CC4-4C6A-8A8F-970A28E98BD3}"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FD6541-F68F-4A60-850D-28127D16AD25}" type="doc">
      <dgm:prSet loTypeId="hierarchy" loCatId="hierarchy" qsTypeId="urn:microsoft.com/office/officeart/2005/8/quickstyle/simple1" qsCatId="simple" csTypeId="urn:microsoft.com/office/officeart/2005/8/colors/accent0_1" csCatId="mainScheme" phldr="1"/>
      <dgm:spPr/>
      <dgm:t>
        <a:bodyPr/>
        <a:lstStyle/>
        <a:p>
          <a:endParaRPr lang="en-IN"/>
        </a:p>
      </dgm:t>
    </dgm:pt>
    <dgm:pt modelId="{D00E6738-D1DB-4E95-B713-B36A67722E31}">
      <dgm:prSet phldrT="[Text]"/>
      <dgm:spPr/>
      <dgm:t>
        <a:bodyPr/>
        <a:lstStyle/>
        <a:p>
          <a:r>
            <a:rPr lang="en-US" dirty="0"/>
            <a:t>runs</a:t>
          </a:r>
          <a:endParaRPr lang="en-IN" dirty="0"/>
        </a:p>
      </dgm:t>
    </dgm:pt>
    <dgm:pt modelId="{A0C3F7E0-98C2-42DA-A98E-C2C2DAE1158A}" cxnId="{A49191EA-0D90-48BA-A1A7-41DBDC87AC01}" type="parTrans">
      <dgm:prSet/>
      <dgm:spPr/>
      <dgm:t>
        <a:bodyPr/>
        <a:lstStyle/>
        <a:p>
          <a:endParaRPr lang="en-IN"/>
        </a:p>
      </dgm:t>
    </dgm:pt>
    <dgm:pt modelId="{4EBCBA4F-22AC-4B0B-862D-33C5A5ABC4A8}" cxnId="{A49191EA-0D90-48BA-A1A7-41DBDC87AC01}" type="sibTrans">
      <dgm:prSet/>
      <dgm:spPr/>
      <dgm:t>
        <a:bodyPr/>
        <a:lstStyle/>
        <a:p>
          <a:endParaRPr lang="en-IN"/>
        </a:p>
      </dgm:t>
    </dgm:pt>
    <dgm:pt modelId="{083B45BE-504E-4C65-908C-3A30D4C4E1AE}">
      <dgm:prSet phldrT="[Text]"/>
      <dgm:spPr/>
      <dgm:t>
        <a:bodyPr/>
        <a:lstStyle/>
        <a:p>
          <a:r>
            <a:rPr lang="en-US" dirty="0"/>
            <a:t>detect</a:t>
          </a:r>
          <a:endParaRPr lang="en-IN" dirty="0"/>
        </a:p>
      </dgm:t>
    </dgm:pt>
    <dgm:pt modelId="{12E118D6-07DE-43A3-9127-546695518A39}" cxnId="{28AC9B52-C339-416E-AB4E-37A05C388431}" type="parTrans">
      <dgm:prSet/>
      <dgm:spPr/>
      <dgm:t>
        <a:bodyPr/>
        <a:lstStyle/>
        <a:p>
          <a:endParaRPr lang="en-IN"/>
        </a:p>
      </dgm:t>
    </dgm:pt>
    <dgm:pt modelId="{E52BCE06-6E11-417C-9253-95FB2F93C68A}" cxnId="{28AC9B52-C339-416E-AB4E-37A05C388431}" type="sibTrans">
      <dgm:prSet/>
      <dgm:spPr/>
      <dgm:t>
        <a:bodyPr/>
        <a:lstStyle/>
        <a:p>
          <a:endParaRPr lang="en-IN"/>
        </a:p>
      </dgm:t>
    </dgm:pt>
    <dgm:pt modelId="{FC3AD043-8607-4653-9673-2D66CECA9CF7}">
      <dgm:prSet phldrT="[Text]" phldr="0" custT="0"/>
      <dgm:spPr/>
      <dgm:t>
        <a:bodyPr vert="horz" wrap="square"/>
        <a:p>
          <a:pPr>
            <a:lnSpc>
              <a:spcPct val="100000"/>
            </a:lnSpc>
            <a:spcBef>
              <a:spcPct val="0"/>
            </a:spcBef>
            <a:spcAft>
              <a:spcPct val="35000"/>
            </a:spcAft>
          </a:pPr>
          <a:r>
            <a:rPr lang="en-US" dirty="0"/>
            <a:t>m</a:t>
          </a:r>
          <a:r>
            <a:rPr lang="en-US" dirty="0"/>
            <a:t>alaria_yoloi</a:t>
          </a:r>
          <a:r>
            <a:rPr lang="en-IN" dirty="0"/>
            <a:t/>
          </a:r>
          <a:endParaRPr lang="en-IN" dirty="0"/>
        </a:p>
      </dgm:t>
    </dgm:pt>
    <dgm:pt modelId="{EEC8BD30-197E-4FB9-8F7E-B3B4551B433A}" cxnId="{07952A99-7077-47FE-B6B4-E333A7A3D069}" type="parTrans">
      <dgm:prSet/>
      <dgm:spPr/>
      <dgm:t>
        <a:bodyPr/>
        <a:lstStyle/>
        <a:p>
          <a:endParaRPr lang="en-IN"/>
        </a:p>
      </dgm:t>
    </dgm:pt>
    <dgm:pt modelId="{FD827BC3-906C-4B9E-91E5-2AB0F9309F96}" cxnId="{07952A99-7077-47FE-B6B4-E333A7A3D069}" type="sibTrans">
      <dgm:prSet/>
      <dgm:spPr/>
      <dgm:t>
        <a:bodyPr/>
        <a:lstStyle/>
        <a:p>
          <a:endParaRPr lang="en-IN"/>
        </a:p>
      </dgm:t>
    </dgm:pt>
    <dgm:pt modelId="{E3D90614-0136-4A19-8AAD-FCEA76B6CF5D}">
      <dgm:prSet phldrT="[Text]"/>
      <dgm:spPr/>
      <dgm:t>
        <a:bodyPr/>
        <a:lstStyle/>
        <a:p>
          <a:r>
            <a:rPr lang="en-US" dirty="0"/>
            <a:t>Weights</a:t>
          </a:r>
          <a:endParaRPr lang="en-IN" dirty="0"/>
        </a:p>
      </dgm:t>
    </dgm:pt>
    <dgm:pt modelId="{025CD561-CA8C-4ED7-843C-37741CCD1C07}" cxnId="{C8657B6B-6E4A-4D5B-930B-5550F57F2B26}" type="parTrans">
      <dgm:prSet/>
      <dgm:spPr/>
      <dgm:t>
        <a:bodyPr/>
        <a:lstStyle/>
        <a:p>
          <a:endParaRPr lang="en-IN"/>
        </a:p>
      </dgm:t>
    </dgm:pt>
    <dgm:pt modelId="{D52B654B-80CD-4617-8058-38102AD24ED8}" cxnId="{C8657B6B-6E4A-4D5B-930B-5550F57F2B26}" type="sibTrans">
      <dgm:prSet/>
      <dgm:spPr/>
      <dgm:t>
        <a:bodyPr/>
        <a:lstStyle/>
        <a:p>
          <a:endParaRPr lang="en-IN"/>
        </a:p>
      </dgm:t>
    </dgm:pt>
    <dgm:pt modelId="{ADDA7B90-278E-475F-9A73-CF57270755FA}">
      <dgm:prSet phldrT="[Text]"/>
      <dgm:spPr/>
      <dgm:t>
        <a:bodyPr/>
        <a:lstStyle/>
        <a:p>
          <a:r>
            <a:rPr lang="en-US" dirty="0"/>
            <a:t>best.pt</a:t>
          </a:r>
          <a:endParaRPr lang="en-IN" dirty="0"/>
        </a:p>
      </dgm:t>
    </dgm:pt>
    <dgm:pt modelId="{9A0C5697-38C0-4BB7-A999-65D1FC5D933D}" cxnId="{BC3ED773-61D0-49DA-ADBB-CD3C62EB9306}" type="parTrans">
      <dgm:prSet/>
      <dgm:spPr/>
      <dgm:t>
        <a:bodyPr/>
        <a:lstStyle/>
        <a:p>
          <a:endParaRPr lang="en-IN"/>
        </a:p>
      </dgm:t>
    </dgm:pt>
    <dgm:pt modelId="{9F72E60A-9BE5-40FD-9F1B-5B14D146701C}" cxnId="{BC3ED773-61D0-49DA-ADBB-CD3C62EB9306}" type="sibTrans">
      <dgm:prSet/>
      <dgm:spPr/>
      <dgm:t>
        <a:bodyPr/>
        <a:lstStyle/>
        <a:p>
          <a:endParaRPr lang="en-IN"/>
        </a:p>
      </dgm:t>
    </dgm:pt>
    <dgm:pt modelId="{E82443FD-996F-40E5-9EE2-4CED2129A9C0}">
      <dgm:prSet phldrT="[Text]"/>
      <dgm:spPr/>
      <dgm:t>
        <a:bodyPr/>
        <a:lstStyle/>
        <a:p>
          <a:r>
            <a:rPr lang="en-US" dirty="0"/>
            <a:t>Last.pt</a:t>
          </a:r>
          <a:endParaRPr lang="en-IN" dirty="0"/>
        </a:p>
      </dgm:t>
    </dgm:pt>
    <dgm:pt modelId="{0B1CA792-272D-4F86-886A-A5BAA7EBA62F}" cxnId="{655BB2D8-4009-476D-B898-C06C23EFE43B}" type="parTrans">
      <dgm:prSet/>
      <dgm:spPr/>
      <dgm:t>
        <a:bodyPr/>
        <a:lstStyle/>
        <a:p>
          <a:endParaRPr lang="en-IN"/>
        </a:p>
      </dgm:t>
    </dgm:pt>
    <dgm:pt modelId="{CA689B81-7CD0-442C-9BA5-C6F9DB607C8F}" cxnId="{655BB2D8-4009-476D-B898-C06C23EFE43B}" type="sibTrans">
      <dgm:prSet/>
      <dgm:spPr/>
      <dgm:t>
        <a:bodyPr/>
        <a:lstStyle/>
        <a:p>
          <a:endParaRPr lang="en-IN"/>
        </a:p>
      </dgm:t>
    </dgm:pt>
    <dgm:pt modelId="{D21F8836-448D-4961-B355-B72522238315}" type="pres">
      <dgm:prSet presAssocID="{AFFD6541-F68F-4A60-850D-28127D16AD25}" presName="hierChild1" presStyleCnt="0">
        <dgm:presLayoutVars>
          <dgm:orgChart val="1"/>
          <dgm:chPref val="1"/>
          <dgm:dir/>
          <dgm:animOne val="branch"/>
          <dgm:animLvl val="lvl"/>
          <dgm:resizeHandles/>
        </dgm:presLayoutVars>
      </dgm:prSet>
      <dgm:spPr/>
    </dgm:pt>
    <dgm:pt modelId="{F3746070-3022-43F5-A1F7-F57A775048C1}" type="pres">
      <dgm:prSet presAssocID="{D00E6738-D1DB-4E95-B713-B36A67722E31}" presName="hierRoot1" presStyleCnt="0">
        <dgm:presLayoutVars>
          <dgm:hierBranch val="init"/>
        </dgm:presLayoutVars>
      </dgm:prSet>
      <dgm:spPr/>
    </dgm:pt>
    <dgm:pt modelId="{8D16E395-B55C-4D1C-AD35-1CA6CCA83DAA}" type="pres">
      <dgm:prSet presAssocID="{D00E6738-D1DB-4E95-B713-B36A67722E31}" presName="rootComposite1" presStyleCnt="0"/>
      <dgm:spPr/>
    </dgm:pt>
    <dgm:pt modelId="{6472A761-861D-4A68-814B-FB12238F5FBC}" type="pres">
      <dgm:prSet presAssocID="{D00E6738-D1DB-4E95-B713-B36A67722E31}" presName="rootText1" presStyleLbl="node0" presStyleIdx="0" presStyleCnt="1">
        <dgm:presLayoutVars>
          <dgm:chPref val="3"/>
        </dgm:presLayoutVars>
      </dgm:prSet>
      <dgm:spPr/>
    </dgm:pt>
    <dgm:pt modelId="{90090F28-9CC6-44F8-9A5B-33ECE0B80AF8}" type="pres">
      <dgm:prSet presAssocID="{D00E6738-D1DB-4E95-B713-B36A67722E31}" presName="rootConnector1" presStyleCnt="0"/>
      <dgm:spPr/>
    </dgm:pt>
    <dgm:pt modelId="{1C8F6E94-89C1-4309-AD4D-551BC103CCEC}" type="pres">
      <dgm:prSet presAssocID="{D00E6738-D1DB-4E95-B713-B36A67722E31}" presName="hierChild2" presStyleCnt="0"/>
      <dgm:spPr/>
    </dgm:pt>
    <dgm:pt modelId="{3B3E79A3-A58C-4EE9-9017-A7B542266EFC}" type="pres">
      <dgm:prSet presAssocID="{12E118D6-07DE-43A3-9127-546695518A39}" presName="Name37" presStyleLbl="parChTrans1D2" presStyleIdx="0" presStyleCnt="1"/>
      <dgm:spPr/>
    </dgm:pt>
    <dgm:pt modelId="{A14B62F5-85F0-42FD-A4E8-1E0959CF67C3}" type="pres">
      <dgm:prSet presAssocID="{083B45BE-504E-4C65-908C-3A30D4C4E1AE}" presName="hierRoot2" presStyleCnt="0">
        <dgm:presLayoutVars>
          <dgm:hierBranch val="init"/>
        </dgm:presLayoutVars>
      </dgm:prSet>
      <dgm:spPr/>
    </dgm:pt>
    <dgm:pt modelId="{E75E497E-1D63-4C23-BE98-4CC8E18BEC27}" type="pres">
      <dgm:prSet presAssocID="{083B45BE-504E-4C65-908C-3A30D4C4E1AE}" presName="rootComposite" presStyleCnt="0"/>
      <dgm:spPr/>
    </dgm:pt>
    <dgm:pt modelId="{EFE2C2F4-D815-4E6D-96CE-F0BF3656DFB7}" type="pres">
      <dgm:prSet presAssocID="{083B45BE-504E-4C65-908C-3A30D4C4E1AE}" presName="rootText" presStyleLbl="node2" presStyleIdx="0" presStyleCnt="1">
        <dgm:presLayoutVars>
          <dgm:chPref val="3"/>
        </dgm:presLayoutVars>
      </dgm:prSet>
      <dgm:spPr/>
    </dgm:pt>
    <dgm:pt modelId="{55FCDFCC-A23D-4281-8378-C06ECA0BE8F4}" type="pres">
      <dgm:prSet presAssocID="{083B45BE-504E-4C65-908C-3A30D4C4E1AE}" presName="rootConnector" presStyleCnt="0"/>
      <dgm:spPr/>
    </dgm:pt>
    <dgm:pt modelId="{40E77FAF-EFAF-4BF3-99A6-8053D561F50B}" type="pres">
      <dgm:prSet presAssocID="{083B45BE-504E-4C65-908C-3A30D4C4E1AE}" presName="hierChild4" presStyleCnt="0"/>
      <dgm:spPr/>
    </dgm:pt>
    <dgm:pt modelId="{5E0FEF5B-15E7-40DE-ABEC-34CB6036AC76}" type="pres">
      <dgm:prSet presAssocID="{EEC8BD30-197E-4FB9-8F7E-B3B4551B433A}" presName="Name37" presStyleLbl="parChTrans1D3" presStyleIdx="0" presStyleCnt="1"/>
      <dgm:spPr/>
    </dgm:pt>
    <dgm:pt modelId="{CBB5696B-B95A-4D33-A67F-F7EB63289DE4}" type="pres">
      <dgm:prSet presAssocID="{FC3AD043-8607-4653-9673-2D66CECA9CF7}" presName="hierRoot2" presStyleCnt="0">
        <dgm:presLayoutVars>
          <dgm:hierBranch val="init"/>
        </dgm:presLayoutVars>
      </dgm:prSet>
      <dgm:spPr/>
    </dgm:pt>
    <dgm:pt modelId="{A8D5BE4D-395D-48CE-BFAF-42B34E15C242}" type="pres">
      <dgm:prSet presAssocID="{FC3AD043-8607-4653-9673-2D66CECA9CF7}" presName="rootComposite" presStyleCnt="0"/>
      <dgm:spPr/>
    </dgm:pt>
    <dgm:pt modelId="{E2594431-D2FC-4658-BA9D-36CBD2BB9A32}" type="pres">
      <dgm:prSet presAssocID="{FC3AD043-8607-4653-9673-2D66CECA9CF7}" presName="rootText" presStyleLbl="node3" presStyleIdx="0" presStyleCnt="1">
        <dgm:presLayoutVars>
          <dgm:chPref val="3"/>
        </dgm:presLayoutVars>
      </dgm:prSet>
      <dgm:spPr/>
    </dgm:pt>
    <dgm:pt modelId="{D669ECF0-069A-4AA7-8AAC-618D870AD053}" type="pres">
      <dgm:prSet presAssocID="{FC3AD043-8607-4653-9673-2D66CECA9CF7}" presName="rootConnector" presStyleCnt="0"/>
      <dgm:spPr/>
    </dgm:pt>
    <dgm:pt modelId="{3A6C909C-FD2A-40AA-824E-7FE8B18E8DF0}" type="pres">
      <dgm:prSet presAssocID="{FC3AD043-8607-4653-9673-2D66CECA9CF7}" presName="hierChild4" presStyleCnt="0"/>
      <dgm:spPr/>
    </dgm:pt>
    <dgm:pt modelId="{8EEBB5BE-2D7D-4135-A3EC-6AA3D5D60A6F}" type="pres">
      <dgm:prSet presAssocID="{025CD561-CA8C-4ED7-843C-37741CCD1C07}" presName="Name37" presStyleLbl="parChTrans1D4" presStyleIdx="0" presStyleCnt="3"/>
      <dgm:spPr/>
    </dgm:pt>
    <dgm:pt modelId="{388C051A-66A9-44B1-99A0-C56F04D4F599}" type="pres">
      <dgm:prSet presAssocID="{E3D90614-0136-4A19-8AAD-FCEA76B6CF5D}" presName="hierRoot2" presStyleCnt="0">
        <dgm:presLayoutVars>
          <dgm:hierBranch val="init"/>
        </dgm:presLayoutVars>
      </dgm:prSet>
      <dgm:spPr/>
    </dgm:pt>
    <dgm:pt modelId="{6570746E-CDC4-4D25-BD2A-8853DCFB470A}" type="pres">
      <dgm:prSet presAssocID="{E3D90614-0136-4A19-8AAD-FCEA76B6CF5D}" presName="rootComposite" presStyleCnt="0"/>
      <dgm:spPr/>
    </dgm:pt>
    <dgm:pt modelId="{183FA21D-F63C-47DC-AEFB-C9869924701E}" type="pres">
      <dgm:prSet presAssocID="{E3D90614-0136-4A19-8AAD-FCEA76B6CF5D}" presName="rootText" presStyleLbl="node4" presStyleIdx="0" presStyleCnt="3">
        <dgm:presLayoutVars>
          <dgm:chPref val="3"/>
        </dgm:presLayoutVars>
      </dgm:prSet>
      <dgm:spPr/>
    </dgm:pt>
    <dgm:pt modelId="{7DFAE24D-28D4-4388-8131-5E17A1578344}" type="pres">
      <dgm:prSet presAssocID="{E3D90614-0136-4A19-8AAD-FCEA76B6CF5D}" presName="rootConnector" presStyleCnt="0"/>
      <dgm:spPr/>
    </dgm:pt>
    <dgm:pt modelId="{520AFE6A-4497-4A5E-9B03-F21ECDAC10F0}" type="pres">
      <dgm:prSet presAssocID="{E3D90614-0136-4A19-8AAD-FCEA76B6CF5D}" presName="hierChild4" presStyleCnt="0"/>
      <dgm:spPr/>
    </dgm:pt>
    <dgm:pt modelId="{879BE46A-AE28-400F-9C99-FD47C7D1F4E5}" type="pres">
      <dgm:prSet presAssocID="{9A0C5697-38C0-4BB7-A999-65D1FC5D933D}" presName="Name37" presStyleLbl="parChTrans1D4" presStyleIdx="1" presStyleCnt="3"/>
      <dgm:spPr/>
    </dgm:pt>
    <dgm:pt modelId="{9BC7F974-FAA1-46EF-9D12-2671A6DB5382}" type="pres">
      <dgm:prSet presAssocID="{ADDA7B90-278E-475F-9A73-CF57270755FA}" presName="hierRoot2" presStyleCnt="0">
        <dgm:presLayoutVars>
          <dgm:hierBranch val="init"/>
        </dgm:presLayoutVars>
      </dgm:prSet>
      <dgm:spPr/>
    </dgm:pt>
    <dgm:pt modelId="{741DC48B-B8FE-42CB-8145-D76A7DDA80D3}" type="pres">
      <dgm:prSet presAssocID="{ADDA7B90-278E-475F-9A73-CF57270755FA}" presName="rootComposite" presStyleCnt="0"/>
      <dgm:spPr/>
    </dgm:pt>
    <dgm:pt modelId="{A32B187E-7703-4B4D-A761-8A54DE100C19}" type="pres">
      <dgm:prSet presAssocID="{ADDA7B90-278E-475F-9A73-CF57270755FA}" presName="rootText" presStyleLbl="node4" presStyleIdx="1" presStyleCnt="3">
        <dgm:presLayoutVars>
          <dgm:chPref val="3"/>
        </dgm:presLayoutVars>
      </dgm:prSet>
      <dgm:spPr/>
    </dgm:pt>
    <dgm:pt modelId="{0F954A24-8FD0-4A5D-826D-860499E70968}" type="pres">
      <dgm:prSet presAssocID="{ADDA7B90-278E-475F-9A73-CF57270755FA}" presName="rootConnector" presStyleCnt="0"/>
      <dgm:spPr/>
    </dgm:pt>
    <dgm:pt modelId="{A9945DFE-9E86-432C-B20E-5ECF8B33AACD}" type="pres">
      <dgm:prSet presAssocID="{ADDA7B90-278E-475F-9A73-CF57270755FA}" presName="hierChild4" presStyleCnt="0"/>
      <dgm:spPr/>
    </dgm:pt>
    <dgm:pt modelId="{2D696CBC-5729-4C1A-AC83-FC44ADCA9DB5}" type="pres">
      <dgm:prSet presAssocID="{ADDA7B90-278E-475F-9A73-CF57270755FA}" presName="hierChild5" presStyleCnt="0"/>
      <dgm:spPr/>
    </dgm:pt>
    <dgm:pt modelId="{50D6EC1E-E8B8-4C66-96B8-8800CF489DB6}" type="pres">
      <dgm:prSet presAssocID="{0B1CA792-272D-4F86-886A-A5BAA7EBA62F}" presName="Name37" presStyleLbl="parChTrans1D4" presStyleIdx="2" presStyleCnt="3"/>
      <dgm:spPr/>
    </dgm:pt>
    <dgm:pt modelId="{EC27D831-991D-4A33-A11E-1F6DC1855549}" type="pres">
      <dgm:prSet presAssocID="{E82443FD-996F-40E5-9EE2-4CED2129A9C0}" presName="hierRoot2" presStyleCnt="0">
        <dgm:presLayoutVars>
          <dgm:hierBranch val="init"/>
        </dgm:presLayoutVars>
      </dgm:prSet>
      <dgm:spPr/>
    </dgm:pt>
    <dgm:pt modelId="{734A840F-CDA4-4B2F-B62B-54FE64D9C70A}" type="pres">
      <dgm:prSet presAssocID="{E82443FD-996F-40E5-9EE2-4CED2129A9C0}" presName="rootComposite" presStyleCnt="0"/>
      <dgm:spPr/>
    </dgm:pt>
    <dgm:pt modelId="{C58B8293-6F52-416E-B42A-C82DBE0EE36F}" type="pres">
      <dgm:prSet presAssocID="{E82443FD-996F-40E5-9EE2-4CED2129A9C0}" presName="rootText" presStyleLbl="node4" presStyleIdx="2" presStyleCnt="3">
        <dgm:presLayoutVars>
          <dgm:chPref val="3"/>
        </dgm:presLayoutVars>
      </dgm:prSet>
      <dgm:spPr/>
    </dgm:pt>
    <dgm:pt modelId="{35501D01-1B5D-4B35-A4DA-C7093973350D}" type="pres">
      <dgm:prSet presAssocID="{E82443FD-996F-40E5-9EE2-4CED2129A9C0}" presName="rootConnector" presStyleCnt="0"/>
      <dgm:spPr/>
    </dgm:pt>
    <dgm:pt modelId="{28D3DA91-C02B-4032-933D-5B1D4BFFB845}" type="pres">
      <dgm:prSet presAssocID="{E82443FD-996F-40E5-9EE2-4CED2129A9C0}" presName="hierChild4" presStyleCnt="0"/>
      <dgm:spPr/>
    </dgm:pt>
    <dgm:pt modelId="{7A45368E-CA53-4130-8612-B9096B29E853}" type="pres">
      <dgm:prSet presAssocID="{E82443FD-996F-40E5-9EE2-4CED2129A9C0}" presName="hierChild5" presStyleCnt="0"/>
      <dgm:spPr/>
    </dgm:pt>
    <dgm:pt modelId="{E8E61AAC-F476-46E3-BF35-9FA7A285C2FD}" type="pres">
      <dgm:prSet presAssocID="{E3D90614-0136-4A19-8AAD-FCEA76B6CF5D}" presName="hierChild5" presStyleCnt="0"/>
      <dgm:spPr/>
    </dgm:pt>
    <dgm:pt modelId="{4134A5D2-1A10-4EA0-8786-623C9AE46108}" type="pres">
      <dgm:prSet presAssocID="{FC3AD043-8607-4653-9673-2D66CECA9CF7}" presName="hierChild5" presStyleCnt="0"/>
      <dgm:spPr/>
    </dgm:pt>
    <dgm:pt modelId="{E1CC1EEB-6BFC-4C1C-8323-51FD40FFC1D2}" type="pres">
      <dgm:prSet presAssocID="{083B45BE-504E-4C65-908C-3A30D4C4E1AE}" presName="hierChild5" presStyleCnt="0"/>
      <dgm:spPr/>
    </dgm:pt>
    <dgm:pt modelId="{5598D410-BC52-4522-A517-4E4978F1C5AA}" type="pres">
      <dgm:prSet presAssocID="{D00E6738-D1DB-4E95-B713-B36A67722E31}" presName="hierChild3" presStyleCnt="0"/>
      <dgm:spPr/>
    </dgm:pt>
  </dgm:ptLst>
  <dgm:cxnLst>
    <dgm:cxn modelId="{A49191EA-0D90-48BA-A1A7-41DBDC87AC01}" srcId="{AFFD6541-F68F-4A60-850D-28127D16AD25}" destId="{D00E6738-D1DB-4E95-B713-B36A67722E31}" srcOrd="0" destOrd="0" parTransId="{A0C3F7E0-98C2-42DA-A98E-C2C2DAE1158A}" sibTransId="{4EBCBA4F-22AC-4B0B-862D-33C5A5ABC4A8}"/>
    <dgm:cxn modelId="{28AC9B52-C339-416E-AB4E-37A05C388431}" srcId="{D00E6738-D1DB-4E95-B713-B36A67722E31}" destId="{083B45BE-504E-4C65-908C-3A30D4C4E1AE}" srcOrd="0" destOrd="0" parTransId="{12E118D6-07DE-43A3-9127-546695518A39}" sibTransId="{E52BCE06-6E11-417C-9253-95FB2F93C68A}"/>
    <dgm:cxn modelId="{07952A99-7077-47FE-B6B4-E333A7A3D069}" srcId="{083B45BE-504E-4C65-908C-3A30D4C4E1AE}" destId="{FC3AD043-8607-4653-9673-2D66CECA9CF7}" srcOrd="0" destOrd="0" parTransId="{EEC8BD30-197E-4FB9-8F7E-B3B4551B433A}" sibTransId="{FD827BC3-906C-4B9E-91E5-2AB0F9309F96}"/>
    <dgm:cxn modelId="{C8657B6B-6E4A-4D5B-930B-5550F57F2B26}" srcId="{FC3AD043-8607-4653-9673-2D66CECA9CF7}" destId="{E3D90614-0136-4A19-8AAD-FCEA76B6CF5D}" srcOrd="0" destOrd="0" parTransId="{025CD561-CA8C-4ED7-843C-37741CCD1C07}" sibTransId="{D52B654B-80CD-4617-8058-38102AD24ED8}"/>
    <dgm:cxn modelId="{BC3ED773-61D0-49DA-ADBB-CD3C62EB9306}" srcId="{E3D90614-0136-4A19-8AAD-FCEA76B6CF5D}" destId="{ADDA7B90-278E-475F-9A73-CF57270755FA}" srcOrd="0" destOrd="0" parTransId="{9A0C5697-38C0-4BB7-A999-65D1FC5D933D}" sibTransId="{9F72E60A-9BE5-40FD-9F1B-5B14D146701C}"/>
    <dgm:cxn modelId="{655BB2D8-4009-476D-B898-C06C23EFE43B}" srcId="{E3D90614-0136-4A19-8AAD-FCEA76B6CF5D}" destId="{E82443FD-996F-40E5-9EE2-4CED2129A9C0}" srcOrd="1" destOrd="0" parTransId="{0B1CA792-272D-4F86-886A-A5BAA7EBA62F}" sibTransId="{CA689B81-7CD0-442C-9BA5-C6F9DB607C8F}"/>
    <dgm:cxn modelId="{903F9177-C987-4E78-A041-0240CAA164DB}" type="presOf" srcId="{AFFD6541-F68F-4A60-850D-28127D16AD25}" destId="{D21F8836-448D-4961-B355-B72522238315}" srcOrd="0" destOrd="0" presId="urn:microsoft.com/office/officeart/2005/8/layout/orgChart1"/>
    <dgm:cxn modelId="{39A42E90-975A-41CF-AEEC-CB97B6FB312F}" type="presParOf" srcId="{D21F8836-448D-4961-B355-B72522238315}" destId="{F3746070-3022-43F5-A1F7-F57A775048C1}" srcOrd="0" destOrd="0" presId="urn:microsoft.com/office/officeart/2005/8/layout/orgChart1"/>
    <dgm:cxn modelId="{BAC7C38E-C315-4A63-83A3-7410B487ED99}" type="presParOf" srcId="{F3746070-3022-43F5-A1F7-F57A775048C1}" destId="{8D16E395-B55C-4D1C-AD35-1CA6CCA83DAA}" srcOrd="0" destOrd="0" presId="urn:microsoft.com/office/officeart/2005/8/layout/orgChart1"/>
    <dgm:cxn modelId="{E0A1B047-8474-4CD4-A3F9-7379F7BA5526}" type="presOf" srcId="{D00E6738-D1DB-4E95-B713-B36A67722E31}" destId="{8D16E395-B55C-4D1C-AD35-1CA6CCA83DAA}" srcOrd="0" destOrd="0" presId="urn:microsoft.com/office/officeart/2005/8/layout/orgChart1"/>
    <dgm:cxn modelId="{E05FBBC3-2ED3-4597-A835-BB2156EF89F7}" type="presParOf" srcId="{8D16E395-B55C-4D1C-AD35-1CA6CCA83DAA}" destId="{6472A761-861D-4A68-814B-FB12238F5FBC}" srcOrd="0" destOrd="0" presId="urn:microsoft.com/office/officeart/2005/8/layout/orgChart1"/>
    <dgm:cxn modelId="{C6A5BC6C-90A6-42D3-B9FE-4A884AEC7F4C}" type="presOf" srcId="{D00E6738-D1DB-4E95-B713-B36A67722E31}" destId="{6472A761-861D-4A68-814B-FB12238F5FBC}" srcOrd="0" destOrd="0" presId="urn:microsoft.com/office/officeart/2005/8/layout/orgChart1"/>
    <dgm:cxn modelId="{BCDCC362-5603-4764-9310-7DB65790A2DA}" type="presParOf" srcId="{8D16E395-B55C-4D1C-AD35-1CA6CCA83DAA}" destId="{90090F28-9CC6-44F8-9A5B-33ECE0B80AF8}" srcOrd="1" destOrd="0" presId="urn:microsoft.com/office/officeart/2005/8/layout/orgChart1"/>
    <dgm:cxn modelId="{8C414CF0-13D5-4630-B0F5-FA5379C8221F}" type="presOf" srcId="{D00E6738-D1DB-4E95-B713-B36A67722E31}" destId="{90090F28-9CC6-44F8-9A5B-33ECE0B80AF8}" srcOrd="0" destOrd="0" presId="urn:microsoft.com/office/officeart/2005/8/layout/orgChart1"/>
    <dgm:cxn modelId="{F7CD52E9-203F-4D2C-A35B-72E548E2E270}" type="presParOf" srcId="{F3746070-3022-43F5-A1F7-F57A775048C1}" destId="{1C8F6E94-89C1-4309-AD4D-551BC103CCEC}" srcOrd="1" destOrd="0" presId="urn:microsoft.com/office/officeart/2005/8/layout/orgChart1"/>
    <dgm:cxn modelId="{917314E5-DDD9-4B84-B0EA-E602A4FD6F32}" type="presParOf" srcId="{1C8F6E94-89C1-4309-AD4D-551BC103CCEC}" destId="{3B3E79A3-A58C-4EE9-9017-A7B542266EFC}" srcOrd="0" destOrd="1" presId="urn:microsoft.com/office/officeart/2005/8/layout/orgChart1"/>
    <dgm:cxn modelId="{29899564-42D9-4A90-ABF6-ACFA34C57A43}" type="presOf" srcId="{12E118D6-07DE-43A3-9127-546695518A39}" destId="{3B3E79A3-A58C-4EE9-9017-A7B542266EFC}" srcOrd="0" destOrd="0" presId="urn:microsoft.com/office/officeart/2005/8/layout/orgChart1"/>
    <dgm:cxn modelId="{62B2FCB8-B348-4F03-8B25-37F450489F03}" type="presParOf" srcId="{1C8F6E94-89C1-4309-AD4D-551BC103CCEC}" destId="{A14B62F5-85F0-42FD-A4E8-1E0959CF67C3}" srcOrd="1" destOrd="1" presId="urn:microsoft.com/office/officeart/2005/8/layout/orgChart1"/>
    <dgm:cxn modelId="{2BBCD7D3-038E-47D1-887E-BE95EA6C137E}" type="presParOf" srcId="{A14B62F5-85F0-42FD-A4E8-1E0959CF67C3}" destId="{E75E497E-1D63-4C23-BE98-4CC8E18BEC27}" srcOrd="0" destOrd="1" presId="urn:microsoft.com/office/officeart/2005/8/layout/orgChart1"/>
    <dgm:cxn modelId="{8E980286-8D27-44AD-8FCC-E4BED65AE8D9}" type="presOf" srcId="{083B45BE-504E-4C65-908C-3A30D4C4E1AE}" destId="{E75E497E-1D63-4C23-BE98-4CC8E18BEC27}" srcOrd="0" destOrd="0" presId="urn:microsoft.com/office/officeart/2005/8/layout/orgChart1"/>
    <dgm:cxn modelId="{99F7E9A6-1D5E-4D6C-9DC5-D5A498BAB0DC}" type="presParOf" srcId="{E75E497E-1D63-4C23-BE98-4CC8E18BEC27}" destId="{EFE2C2F4-D815-4E6D-96CE-F0BF3656DFB7}" srcOrd="0" destOrd="0" presId="urn:microsoft.com/office/officeart/2005/8/layout/orgChart1"/>
    <dgm:cxn modelId="{35C4547D-B533-4F0F-94E9-421C93F97617}" type="presOf" srcId="{083B45BE-504E-4C65-908C-3A30D4C4E1AE}" destId="{EFE2C2F4-D815-4E6D-96CE-F0BF3656DFB7}" srcOrd="0" destOrd="0" presId="urn:microsoft.com/office/officeart/2005/8/layout/orgChart1"/>
    <dgm:cxn modelId="{CDC3CE82-04F5-4662-B949-30C2819C29F0}" type="presParOf" srcId="{E75E497E-1D63-4C23-BE98-4CC8E18BEC27}" destId="{55FCDFCC-A23D-4281-8378-C06ECA0BE8F4}" srcOrd="1" destOrd="0" presId="urn:microsoft.com/office/officeart/2005/8/layout/orgChart1"/>
    <dgm:cxn modelId="{B23C4342-2509-467C-98DC-354A2062C2E9}" type="presOf" srcId="{083B45BE-504E-4C65-908C-3A30D4C4E1AE}" destId="{55FCDFCC-A23D-4281-8378-C06ECA0BE8F4}" srcOrd="0" destOrd="0" presId="urn:microsoft.com/office/officeart/2005/8/layout/orgChart1"/>
    <dgm:cxn modelId="{556E47DF-E808-48A4-8618-3A91F56F5E0E}" type="presParOf" srcId="{A14B62F5-85F0-42FD-A4E8-1E0959CF67C3}" destId="{40E77FAF-EFAF-4BF3-99A6-8053D561F50B}" srcOrd="1" destOrd="1" presId="urn:microsoft.com/office/officeart/2005/8/layout/orgChart1"/>
    <dgm:cxn modelId="{39090BAF-1359-46C8-9AFD-5EEDE083AB62}" type="presParOf" srcId="{40E77FAF-EFAF-4BF3-99A6-8053D561F50B}" destId="{5E0FEF5B-15E7-40DE-ABEC-34CB6036AC76}" srcOrd="0" destOrd="1" presId="urn:microsoft.com/office/officeart/2005/8/layout/orgChart1"/>
    <dgm:cxn modelId="{75B5AA88-9699-45E7-A39A-D21B18B465BB}" type="presOf" srcId="{EEC8BD30-197E-4FB9-8F7E-B3B4551B433A}" destId="{5E0FEF5B-15E7-40DE-ABEC-34CB6036AC76}" srcOrd="0" destOrd="0" presId="urn:microsoft.com/office/officeart/2005/8/layout/orgChart1"/>
    <dgm:cxn modelId="{1006FC70-5ECB-4E38-8D87-A9D16FF683BC}" type="presParOf" srcId="{40E77FAF-EFAF-4BF3-99A6-8053D561F50B}" destId="{CBB5696B-B95A-4D33-A67F-F7EB63289DE4}" srcOrd="1" destOrd="1" presId="urn:microsoft.com/office/officeart/2005/8/layout/orgChart1"/>
    <dgm:cxn modelId="{051571AD-2FDF-45D8-897F-517A41299B91}" type="presParOf" srcId="{CBB5696B-B95A-4D33-A67F-F7EB63289DE4}" destId="{A8D5BE4D-395D-48CE-BFAF-42B34E15C242}" srcOrd="0" destOrd="1" presId="urn:microsoft.com/office/officeart/2005/8/layout/orgChart1"/>
    <dgm:cxn modelId="{49C7E5C2-C686-4727-9115-FACEC6E2BA97}" type="presOf" srcId="{FC3AD043-8607-4653-9673-2D66CECA9CF7}" destId="{A8D5BE4D-395D-48CE-BFAF-42B34E15C242}" srcOrd="0" destOrd="0" presId="urn:microsoft.com/office/officeart/2005/8/layout/orgChart1"/>
    <dgm:cxn modelId="{BB814AFD-7063-4D9B-B3BD-4B3B21F148DB}" type="presParOf" srcId="{A8D5BE4D-395D-48CE-BFAF-42B34E15C242}" destId="{E2594431-D2FC-4658-BA9D-36CBD2BB9A32}" srcOrd="0" destOrd="0" presId="urn:microsoft.com/office/officeart/2005/8/layout/orgChart1"/>
    <dgm:cxn modelId="{5E26F221-C7C4-4ADB-8876-456C7DA85629}" type="presOf" srcId="{FC3AD043-8607-4653-9673-2D66CECA9CF7}" destId="{E2594431-D2FC-4658-BA9D-36CBD2BB9A32}" srcOrd="0" destOrd="0" presId="urn:microsoft.com/office/officeart/2005/8/layout/orgChart1"/>
    <dgm:cxn modelId="{A74E6552-7ADC-4F23-B841-0E46C48801C6}" type="presParOf" srcId="{A8D5BE4D-395D-48CE-BFAF-42B34E15C242}" destId="{D669ECF0-069A-4AA7-8AAC-618D870AD053}" srcOrd="1" destOrd="0" presId="urn:microsoft.com/office/officeart/2005/8/layout/orgChart1"/>
    <dgm:cxn modelId="{E611284A-3054-45E2-8E4F-3030C7940082}" type="presOf" srcId="{FC3AD043-8607-4653-9673-2D66CECA9CF7}" destId="{D669ECF0-069A-4AA7-8AAC-618D870AD053}" srcOrd="0" destOrd="0" presId="urn:microsoft.com/office/officeart/2005/8/layout/orgChart1"/>
    <dgm:cxn modelId="{830341B8-5863-4D12-941A-F4ABBE32AF30}" type="presParOf" srcId="{CBB5696B-B95A-4D33-A67F-F7EB63289DE4}" destId="{3A6C909C-FD2A-40AA-824E-7FE8B18E8DF0}" srcOrd="1" destOrd="1" presId="urn:microsoft.com/office/officeart/2005/8/layout/orgChart1"/>
    <dgm:cxn modelId="{404AF8C1-8BB6-4EAE-846E-134FA3A5EF38}" type="presParOf" srcId="{3A6C909C-FD2A-40AA-824E-7FE8B18E8DF0}" destId="{8EEBB5BE-2D7D-4135-A3EC-6AA3D5D60A6F}" srcOrd="0" destOrd="1" presId="urn:microsoft.com/office/officeart/2005/8/layout/orgChart1"/>
    <dgm:cxn modelId="{9B797C30-F333-4F44-9950-B53528615693}" type="presOf" srcId="{025CD561-CA8C-4ED7-843C-37741CCD1C07}" destId="{8EEBB5BE-2D7D-4135-A3EC-6AA3D5D60A6F}" srcOrd="0" destOrd="0" presId="urn:microsoft.com/office/officeart/2005/8/layout/orgChart1"/>
    <dgm:cxn modelId="{D4328EE0-BC7B-467C-A506-2B17819E864E}" type="presParOf" srcId="{3A6C909C-FD2A-40AA-824E-7FE8B18E8DF0}" destId="{388C051A-66A9-44B1-99A0-C56F04D4F599}" srcOrd="1" destOrd="1" presId="urn:microsoft.com/office/officeart/2005/8/layout/orgChart1"/>
    <dgm:cxn modelId="{410C0FBF-3EC5-47DF-A2D8-F133FC962FCF}" type="presParOf" srcId="{388C051A-66A9-44B1-99A0-C56F04D4F599}" destId="{6570746E-CDC4-4D25-BD2A-8853DCFB470A}" srcOrd="0" destOrd="1" presId="urn:microsoft.com/office/officeart/2005/8/layout/orgChart1"/>
    <dgm:cxn modelId="{A1E0D4FB-0876-4AC8-8AA9-9426FE2C192A}" type="presOf" srcId="{E3D90614-0136-4A19-8AAD-FCEA76B6CF5D}" destId="{6570746E-CDC4-4D25-BD2A-8853DCFB470A}" srcOrd="0" destOrd="0" presId="urn:microsoft.com/office/officeart/2005/8/layout/orgChart1"/>
    <dgm:cxn modelId="{F732A8BE-9D6E-40C1-8721-5B7F9801ABB3}" type="presParOf" srcId="{6570746E-CDC4-4D25-BD2A-8853DCFB470A}" destId="{183FA21D-F63C-47DC-AEFB-C9869924701E}" srcOrd="0" destOrd="0" presId="urn:microsoft.com/office/officeart/2005/8/layout/orgChart1"/>
    <dgm:cxn modelId="{14C5ED30-2BDE-469F-84A8-961814D6C774}" type="presOf" srcId="{E3D90614-0136-4A19-8AAD-FCEA76B6CF5D}" destId="{183FA21D-F63C-47DC-AEFB-C9869924701E}" srcOrd="0" destOrd="0" presId="urn:microsoft.com/office/officeart/2005/8/layout/orgChart1"/>
    <dgm:cxn modelId="{624A3668-E55B-4B94-A441-1D2E14BD0427}" type="presParOf" srcId="{6570746E-CDC4-4D25-BD2A-8853DCFB470A}" destId="{7DFAE24D-28D4-4388-8131-5E17A1578344}" srcOrd="1" destOrd="0" presId="urn:microsoft.com/office/officeart/2005/8/layout/orgChart1"/>
    <dgm:cxn modelId="{55EFF3B1-3587-4682-AC73-4F4BA0B219E1}" type="presOf" srcId="{E3D90614-0136-4A19-8AAD-FCEA76B6CF5D}" destId="{7DFAE24D-28D4-4388-8131-5E17A1578344}" srcOrd="0" destOrd="0" presId="urn:microsoft.com/office/officeart/2005/8/layout/orgChart1"/>
    <dgm:cxn modelId="{EB56321E-FFDE-41F4-A4D4-C980372A558C}" type="presParOf" srcId="{388C051A-66A9-44B1-99A0-C56F04D4F599}" destId="{520AFE6A-4497-4A5E-9B03-F21ECDAC10F0}" srcOrd="1" destOrd="1" presId="urn:microsoft.com/office/officeart/2005/8/layout/orgChart1"/>
    <dgm:cxn modelId="{E52BE119-D6DD-48EC-B321-39E6FC6EFBF4}" type="presParOf" srcId="{520AFE6A-4497-4A5E-9B03-F21ECDAC10F0}" destId="{879BE46A-AE28-400F-9C99-FD47C7D1F4E5}" srcOrd="0" destOrd="1" presId="urn:microsoft.com/office/officeart/2005/8/layout/orgChart1"/>
    <dgm:cxn modelId="{C429B14D-5670-4CAE-9998-8031D494F5A7}" type="presOf" srcId="{9A0C5697-38C0-4BB7-A999-65D1FC5D933D}" destId="{879BE46A-AE28-400F-9C99-FD47C7D1F4E5}" srcOrd="0" destOrd="0" presId="urn:microsoft.com/office/officeart/2005/8/layout/orgChart1"/>
    <dgm:cxn modelId="{C8953F2D-FC3E-4DFB-BD53-492802F8D7DF}" type="presParOf" srcId="{520AFE6A-4497-4A5E-9B03-F21ECDAC10F0}" destId="{9BC7F974-FAA1-46EF-9D12-2671A6DB5382}" srcOrd="1" destOrd="1" presId="urn:microsoft.com/office/officeart/2005/8/layout/orgChart1"/>
    <dgm:cxn modelId="{AAB9CE50-D7E7-4172-A4D1-CBAC553A69CF}" type="presParOf" srcId="{9BC7F974-FAA1-46EF-9D12-2671A6DB5382}" destId="{741DC48B-B8FE-42CB-8145-D76A7DDA80D3}" srcOrd="0" destOrd="1" presId="urn:microsoft.com/office/officeart/2005/8/layout/orgChart1"/>
    <dgm:cxn modelId="{0567C25B-8FA4-46B8-877D-F349A22359F7}" type="presOf" srcId="{ADDA7B90-278E-475F-9A73-CF57270755FA}" destId="{741DC48B-B8FE-42CB-8145-D76A7DDA80D3}" srcOrd="0" destOrd="0" presId="urn:microsoft.com/office/officeart/2005/8/layout/orgChart1"/>
    <dgm:cxn modelId="{7690B2B0-3CF2-4375-8B50-6B296ABB984C}" type="presParOf" srcId="{741DC48B-B8FE-42CB-8145-D76A7DDA80D3}" destId="{A32B187E-7703-4B4D-A761-8A54DE100C19}" srcOrd="0" destOrd="0" presId="urn:microsoft.com/office/officeart/2005/8/layout/orgChart1"/>
    <dgm:cxn modelId="{D5D8C2AD-B823-4434-9ED0-210A8E4CD2E8}" type="presOf" srcId="{ADDA7B90-278E-475F-9A73-CF57270755FA}" destId="{A32B187E-7703-4B4D-A761-8A54DE100C19}" srcOrd="0" destOrd="0" presId="urn:microsoft.com/office/officeart/2005/8/layout/orgChart1"/>
    <dgm:cxn modelId="{F8CC967F-B637-4C3F-8553-9289747737EE}" type="presParOf" srcId="{741DC48B-B8FE-42CB-8145-D76A7DDA80D3}" destId="{0F954A24-8FD0-4A5D-826D-860499E70968}" srcOrd="1" destOrd="0" presId="urn:microsoft.com/office/officeart/2005/8/layout/orgChart1"/>
    <dgm:cxn modelId="{B41D423C-6C23-4B9B-8FF0-71E9EAE14531}" type="presOf" srcId="{ADDA7B90-278E-475F-9A73-CF57270755FA}" destId="{0F954A24-8FD0-4A5D-826D-860499E70968}" srcOrd="0" destOrd="0" presId="urn:microsoft.com/office/officeart/2005/8/layout/orgChart1"/>
    <dgm:cxn modelId="{004DCD00-83F9-49A2-A802-7EBCF6CF5220}" type="presParOf" srcId="{9BC7F974-FAA1-46EF-9D12-2671A6DB5382}" destId="{A9945DFE-9E86-432C-B20E-5ECF8B33AACD}" srcOrd="1" destOrd="1" presId="urn:microsoft.com/office/officeart/2005/8/layout/orgChart1"/>
    <dgm:cxn modelId="{6E90343B-C7A5-4E4E-ACFD-3F2CFC2EFD29}" type="presParOf" srcId="{9BC7F974-FAA1-46EF-9D12-2671A6DB5382}" destId="{2D696CBC-5729-4C1A-AC83-FC44ADCA9DB5}" srcOrd="2" destOrd="1" presId="urn:microsoft.com/office/officeart/2005/8/layout/orgChart1"/>
    <dgm:cxn modelId="{F3BE48BA-A014-4D71-8651-825E2089EA2E}" type="presParOf" srcId="{520AFE6A-4497-4A5E-9B03-F21ECDAC10F0}" destId="{50D6EC1E-E8B8-4C66-96B8-8800CF489DB6}" srcOrd="2" destOrd="1" presId="urn:microsoft.com/office/officeart/2005/8/layout/orgChart1"/>
    <dgm:cxn modelId="{D9305073-D840-40C5-80B1-50687087B723}" type="presOf" srcId="{0B1CA792-272D-4F86-886A-A5BAA7EBA62F}" destId="{50D6EC1E-E8B8-4C66-96B8-8800CF489DB6}" srcOrd="0" destOrd="0" presId="urn:microsoft.com/office/officeart/2005/8/layout/orgChart1"/>
    <dgm:cxn modelId="{CB49B41F-BC62-43EC-A0A8-B2719BADE1FE}" type="presParOf" srcId="{520AFE6A-4497-4A5E-9B03-F21ECDAC10F0}" destId="{EC27D831-991D-4A33-A11E-1F6DC1855549}" srcOrd="3" destOrd="1" presId="urn:microsoft.com/office/officeart/2005/8/layout/orgChart1"/>
    <dgm:cxn modelId="{BA0D6F94-9D88-4128-834D-EB83DDEABDA5}" type="presParOf" srcId="{EC27D831-991D-4A33-A11E-1F6DC1855549}" destId="{734A840F-CDA4-4B2F-B62B-54FE64D9C70A}" srcOrd="0" destOrd="3" presId="urn:microsoft.com/office/officeart/2005/8/layout/orgChart1"/>
    <dgm:cxn modelId="{75B0F244-5508-449A-B049-CB98D327D0BC}" type="presOf" srcId="{E82443FD-996F-40E5-9EE2-4CED2129A9C0}" destId="{734A840F-CDA4-4B2F-B62B-54FE64D9C70A}" srcOrd="0" destOrd="0" presId="urn:microsoft.com/office/officeart/2005/8/layout/orgChart1"/>
    <dgm:cxn modelId="{98E48651-2091-4397-94DE-5498DF795344}" type="presParOf" srcId="{734A840F-CDA4-4B2F-B62B-54FE64D9C70A}" destId="{C58B8293-6F52-416E-B42A-C82DBE0EE36F}" srcOrd="0" destOrd="0" presId="urn:microsoft.com/office/officeart/2005/8/layout/orgChart1"/>
    <dgm:cxn modelId="{1384237A-24E3-4F69-9FFA-25ABA6CFCFD7}" type="presOf" srcId="{E82443FD-996F-40E5-9EE2-4CED2129A9C0}" destId="{C58B8293-6F52-416E-B42A-C82DBE0EE36F}" srcOrd="0" destOrd="0" presId="urn:microsoft.com/office/officeart/2005/8/layout/orgChart1"/>
    <dgm:cxn modelId="{0EB8EB29-B4DF-4E9E-BCC5-4ACCB45A5CD3}" type="presParOf" srcId="{734A840F-CDA4-4B2F-B62B-54FE64D9C70A}" destId="{35501D01-1B5D-4B35-A4DA-C7093973350D}" srcOrd="1" destOrd="0" presId="urn:microsoft.com/office/officeart/2005/8/layout/orgChart1"/>
    <dgm:cxn modelId="{D8AEDCF1-7978-4BCD-8A60-9B929830C4C1}" type="presOf" srcId="{E82443FD-996F-40E5-9EE2-4CED2129A9C0}" destId="{35501D01-1B5D-4B35-A4DA-C7093973350D}" srcOrd="0" destOrd="0" presId="urn:microsoft.com/office/officeart/2005/8/layout/orgChart1"/>
    <dgm:cxn modelId="{E4593F14-C499-41AC-9413-A8BB837E536D}" type="presParOf" srcId="{EC27D831-991D-4A33-A11E-1F6DC1855549}" destId="{28D3DA91-C02B-4032-933D-5B1D4BFFB845}" srcOrd="1" destOrd="3" presId="urn:microsoft.com/office/officeart/2005/8/layout/orgChart1"/>
    <dgm:cxn modelId="{8728B0FB-C823-4331-B89A-DF83F40E0B8A}" type="presParOf" srcId="{EC27D831-991D-4A33-A11E-1F6DC1855549}" destId="{7A45368E-CA53-4130-8612-B9096B29E853}" srcOrd="2" destOrd="3" presId="urn:microsoft.com/office/officeart/2005/8/layout/orgChart1"/>
    <dgm:cxn modelId="{D599FE13-C625-4F81-9904-A85306CFFE2B}" type="presParOf" srcId="{388C051A-66A9-44B1-99A0-C56F04D4F599}" destId="{E8E61AAC-F476-46E3-BF35-9FA7A285C2FD}" srcOrd="2" destOrd="1" presId="urn:microsoft.com/office/officeart/2005/8/layout/orgChart1"/>
    <dgm:cxn modelId="{92F259F4-5162-4692-9317-9F6B65765D6C}" type="presParOf" srcId="{CBB5696B-B95A-4D33-A67F-F7EB63289DE4}" destId="{4134A5D2-1A10-4EA0-8786-623C9AE46108}" srcOrd="2" destOrd="1" presId="urn:microsoft.com/office/officeart/2005/8/layout/orgChart1"/>
    <dgm:cxn modelId="{485FA69D-9322-4DE8-AA6E-C69689A55C13}" type="presParOf" srcId="{A14B62F5-85F0-42FD-A4E8-1E0959CF67C3}" destId="{E1CC1EEB-6BFC-4C1C-8323-51FD40FFC1D2}" srcOrd="2" destOrd="1" presId="urn:microsoft.com/office/officeart/2005/8/layout/orgChart1"/>
    <dgm:cxn modelId="{BBEDD61C-8EBB-4814-B30A-7AEE8B42E4BE}" type="presParOf" srcId="{F3746070-3022-43F5-A1F7-F57A775048C1}" destId="{5598D410-BC52-4522-A517-4E4978F1C5AA}"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991225" cy="5477510"/>
        <a:chOff x="0" y="0"/>
        <a:chExt cx="5991225" cy="5477510"/>
      </a:xfrm>
    </dsp:grpSpPr>
    <dsp:sp modelId="{A0390147-1773-4F27-A2D1-1210FD782F22}">
      <dsp:nvSpPr>
        <dsp:cNvPr id="5" name="Freeform 4"/>
        <dsp:cNvSpPr/>
      </dsp:nvSpPr>
      <dsp:spPr bwMode="white">
        <a:xfrm>
          <a:off x="2995613" y="575369"/>
          <a:ext cx="0" cy="241655"/>
        </a:xfrm>
        <a:custGeom>
          <a:avLst/>
          <a:gdLst/>
          <a:ahLst/>
          <a:cxnLst/>
          <a:pathLst>
            <a:path h="381">
              <a:moveTo>
                <a:pt x="0" y="0"/>
              </a:moveTo>
              <a:lnTo>
                <a:pt x="0" y="381"/>
              </a:lnTo>
            </a:path>
          </a:pathLst>
        </a:custGeom>
      </dsp:spPr>
      <dsp:style>
        <a:lnRef idx="2">
          <a:schemeClr val="dk1">
            <a:shade val="60000"/>
          </a:schemeClr>
        </a:lnRef>
        <a:fillRef idx="0">
          <a:schemeClr val="dk1"/>
        </a:fillRef>
        <a:effectRef idx="0">
          <a:scrgbClr r="0" g="0" b="0"/>
        </a:effectRef>
        <a:fontRef idx="minor"/>
      </dsp:style>
      <dsp:txXfrm>
        <a:off x="2995613" y="575369"/>
        <a:ext cx="0" cy="241655"/>
      </dsp:txXfrm>
    </dsp:sp>
    <dsp:sp modelId="{882C0D6F-CB92-48C0-9AF6-C84D9D0858C7}">
      <dsp:nvSpPr>
        <dsp:cNvPr id="8" name="Freeform 7"/>
        <dsp:cNvSpPr/>
      </dsp:nvSpPr>
      <dsp:spPr bwMode="white">
        <a:xfrm>
          <a:off x="2995613" y="1392392"/>
          <a:ext cx="0" cy="241655"/>
        </a:xfrm>
        <a:custGeom>
          <a:avLst/>
          <a:gdLst/>
          <a:ahLst/>
          <a:cxnLst/>
          <a:pathLst>
            <a:path h="381">
              <a:moveTo>
                <a:pt x="0" y="0"/>
              </a:moveTo>
              <a:lnTo>
                <a:pt x="0" y="381"/>
              </a:lnTo>
            </a:path>
          </a:pathLst>
        </a:custGeom>
      </dsp:spPr>
      <dsp:style>
        <a:lnRef idx="2">
          <a:schemeClr val="dk1">
            <a:shade val="80000"/>
          </a:schemeClr>
        </a:lnRef>
        <a:fillRef idx="0">
          <a:schemeClr val="dk1"/>
        </a:fillRef>
        <a:effectRef idx="0">
          <a:scrgbClr r="0" g="0" b="0"/>
        </a:effectRef>
        <a:fontRef idx="minor"/>
      </dsp:style>
      <dsp:txXfrm>
        <a:off x="2995613" y="1392392"/>
        <a:ext cx="0" cy="241655"/>
      </dsp:txXfrm>
    </dsp:sp>
    <dsp:sp modelId="{0BB463F2-3360-4696-B61B-2107C30D4B33}">
      <dsp:nvSpPr>
        <dsp:cNvPr id="11" name="Freeform 10"/>
        <dsp:cNvSpPr/>
      </dsp:nvSpPr>
      <dsp:spPr bwMode="white">
        <a:xfrm>
          <a:off x="1603220" y="2209416"/>
          <a:ext cx="1392392" cy="241655"/>
        </a:xfrm>
        <a:custGeom>
          <a:avLst/>
          <a:gdLst/>
          <a:ahLst/>
          <a:cxnLst/>
          <a:pathLst>
            <a:path w="2193" h="381">
              <a:moveTo>
                <a:pt x="2193" y="0"/>
              </a:moveTo>
              <a:lnTo>
                <a:pt x="2193" y="190"/>
              </a:lnTo>
              <a:lnTo>
                <a:pt x="0" y="190"/>
              </a:lnTo>
              <a:lnTo>
                <a:pt x="0" y="381"/>
              </a:lnTo>
            </a:path>
          </a:pathLst>
        </a:custGeom>
      </dsp:spPr>
      <dsp:style>
        <a:lnRef idx="2">
          <a:schemeClr val="dk1">
            <a:shade val="80000"/>
          </a:schemeClr>
        </a:lnRef>
        <a:fillRef idx="0">
          <a:schemeClr val="dk1"/>
        </a:fillRef>
        <a:effectRef idx="0">
          <a:scrgbClr r="0" g="0" b="0"/>
        </a:effectRef>
        <a:fontRef idx="minor"/>
      </dsp:style>
      <dsp:txXfrm>
        <a:off x="1603220" y="2209416"/>
        <a:ext cx="1392392" cy="241655"/>
      </dsp:txXfrm>
    </dsp:sp>
    <dsp:sp modelId="{A297315A-AD7E-49CE-8A12-F1B3EF43CC54}">
      <dsp:nvSpPr>
        <dsp:cNvPr id="14" name="Freeform 13"/>
        <dsp:cNvSpPr/>
      </dsp:nvSpPr>
      <dsp:spPr bwMode="white">
        <a:xfrm>
          <a:off x="1142925" y="3026439"/>
          <a:ext cx="172611" cy="529339"/>
        </a:xfrm>
        <a:custGeom>
          <a:avLst/>
          <a:gdLst/>
          <a:ahLst/>
          <a:cxnLst/>
          <a:pathLst>
            <a:path w="272" h="834">
              <a:moveTo>
                <a:pt x="0" y="0"/>
              </a:moveTo>
              <a:lnTo>
                <a:pt x="0" y="834"/>
              </a:lnTo>
              <a:lnTo>
                <a:pt x="272" y="834"/>
              </a:lnTo>
            </a:path>
          </a:pathLst>
        </a:custGeom>
      </dsp:spPr>
      <dsp:style>
        <a:lnRef idx="2">
          <a:schemeClr val="dk1">
            <a:shade val="80000"/>
          </a:schemeClr>
        </a:lnRef>
        <a:fillRef idx="0">
          <a:schemeClr val="dk1"/>
        </a:fillRef>
        <a:effectRef idx="0">
          <a:scrgbClr r="0" g="0" b="0"/>
        </a:effectRef>
        <a:fontRef idx="minor"/>
      </dsp:style>
      <dsp:txXfrm>
        <a:off x="1142925" y="3026439"/>
        <a:ext cx="172611" cy="529339"/>
      </dsp:txXfrm>
    </dsp:sp>
    <dsp:sp modelId="{84CFE70B-632B-402B-9D55-F3FDDA250CB5}">
      <dsp:nvSpPr>
        <dsp:cNvPr id="17" name="Freeform 16"/>
        <dsp:cNvSpPr/>
      </dsp:nvSpPr>
      <dsp:spPr bwMode="white">
        <a:xfrm>
          <a:off x="1142925" y="3026439"/>
          <a:ext cx="172611" cy="1346363"/>
        </a:xfrm>
        <a:custGeom>
          <a:avLst/>
          <a:gdLst/>
          <a:ahLst/>
          <a:cxnLst/>
          <a:pathLst>
            <a:path w="272" h="2120">
              <a:moveTo>
                <a:pt x="0" y="0"/>
              </a:moveTo>
              <a:lnTo>
                <a:pt x="0" y="2120"/>
              </a:lnTo>
              <a:lnTo>
                <a:pt x="272" y="2120"/>
              </a:lnTo>
            </a:path>
          </a:pathLst>
        </a:custGeom>
      </dsp:spPr>
      <dsp:style>
        <a:lnRef idx="2">
          <a:schemeClr val="dk1">
            <a:shade val="80000"/>
          </a:schemeClr>
        </a:lnRef>
        <a:fillRef idx="0">
          <a:schemeClr val="dk1"/>
        </a:fillRef>
        <a:effectRef idx="0">
          <a:scrgbClr r="0" g="0" b="0"/>
        </a:effectRef>
        <a:fontRef idx="minor"/>
      </dsp:style>
      <dsp:txXfrm>
        <a:off x="1142925" y="3026439"/>
        <a:ext cx="172611" cy="1346363"/>
      </dsp:txXfrm>
    </dsp:sp>
    <dsp:sp modelId="{A8836394-CDFA-45E2-84BA-04B7E6FB287D}">
      <dsp:nvSpPr>
        <dsp:cNvPr id="20" name="Freeform 19"/>
        <dsp:cNvSpPr/>
      </dsp:nvSpPr>
      <dsp:spPr bwMode="white">
        <a:xfrm>
          <a:off x="1142925" y="3026439"/>
          <a:ext cx="172611" cy="2163386"/>
        </a:xfrm>
        <a:custGeom>
          <a:avLst/>
          <a:gdLst/>
          <a:ahLst/>
          <a:cxnLst/>
          <a:pathLst>
            <a:path w="272" h="3407">
              <a:moveTo>
                <a:pt x="0" y="0"/>
              </a:moveTo>
              <a:lnTo>
                <a:pt x="0" y="3407"/>
              </a:lnTo>
              <a:lnTo>
                <a:pt x="272" y="3407"/>
              </a:lnTo>
            </a:path>
          </a:pathLst>
        </a:custGeom>
      </dsp:spPr>
      <dsp:style>
        <a:lnRef idx="2">
          <a:schemeClr val="dk1">
            <a:shade val="80000"/>
          </a:schemeClr>
        </a:lnRef>
        <a:fillRef idx="0">
          <a:schemeClr val="dk1"/>
        </a:fillRef>
        <a:effectRef idx="0">
          <a:scrgbClr r="0" g="0" b="0"/>
        </a:effectRef>
        <a:fontRef idx="minor"/>
      </dsp:style>
      <dsp:txXfrm>
        <a:off x="1142925" y="3026439"/>
        <a:ext cx="172611" cy="2163386"/>
      </dsp:txXfrm>
    </dsp:sp>
    <dsp:sp modelId="{1EFC1431-A976-4E51-974D-7CA1B75B3245}">
      <dsp:nvSpPr>
        <dsp:cNvPr id="23" name="Freeform 22"/>
        <dsp:cNvSpPr/>
      </dsp:nvSpPr>
      <dsp:spPr bwMode="white">
        <a:xfrm>
          <a:off x="2995613" y="2209416"/>
          <a:ext cx="0" cy="241655"/>
        </a:xfrm>
        <a:custGeom>
          <a:avLst/>
          <a:gdLst/>
          <a:ahLst/>
          <a:cxnLst/>
          <a:pathLst>
            <a:path h="381">
              <a:moveTo>
                <a:pt x="0" y="0"/>
              </a:moveTo>
              <a:lnTo>
                <a:pt x="0" y="381"/>
              </a:lnTo>
            </a:path>
          </a:pathLst>
        </a:custGeom>
      </dsp:spPr>
      <dsp:style>
        <a:lnRef idx="2">
          <a:schemeClr val="dk1">
            <a:shade val="80000"/>
          </a:schemeClr>
        </a:lnRef>
        <a:fillRef idx="0">
          <a:schemeClr val="dk1"/>
        </a:fillRef>
        <a:effectRef idx="0">
          <a:scrgbClr r="0" g="0" b="0"/>
        </a:effectRef>
        <a:fontRef idx="minor"/>
      </dsp:style>
      <dsp:txXfrm>
        <a:off x="2995613" y="2209416"/>
        <a:ext cx="0" cy="241655"/>
      </dsp:txXfrm>
    </dsp:sp>
    <dsp:sp modelId="{59C0CA7C-A222-4638-8108-87FB177D045B}">
      <dsp:nvSpPr>
        <dsp:cNvPr id="26" name="Freeform 25"/>
        <dsp:cNvSpPr/>
      </dsp:nvSpPr>
      <dsp:spPr bwMode="white">
        <a:xfrm>
          <a:off x="2535318" y="3026439"/>
          <a:ext cx="172611" cy="529339"/>
        </a:xfrm>
        <a:custGeom>
          <a:avLst/>
          <a:gdLst/>
          <a:ahLst/>
          <a:cxnLst/>
          <a:pathLst>
            <a:path w="272" h="834">
              <a:moveTo>
                <a:pt x="0" y="0"/>
              </a:moveTo>
              <a:lnTo>
                <a:pt x="0" y="834"/>
              </a:lnTo>
              <a:lnTo>
                <a:pt x="272" y="834"/>
              </a:lnTo>
            </a:path>
          </a:pathLst>
        </a:custGeom>
      </dsp:spPr>
      <dsp:style>
        <a:lnRef idx="2">
          <a:schemeClr val="dk1">
            <a:shade val="80000"/>
          </a:schemeClr>
        </a:lnRef>
        <a:fillRef idx="0">
          <a:schemeClr val="dk1"/>
        </a:fillRef>
        <a:effectRef idx="0">
          <a:scrgbClr r="0" g="0" b="0"/>
        </a:effectRef>
        <a:fontRef idx="minor"/>
      </dsp:style>
      <dsp:txXfrm>
        <a:off x="2535318" y="3026439"/>
        <a:ext cx="172611" cy="529339"/>
      </dsp:txXfrm>
    </dsp:sp>
    <dsp:sp modelId="{C7D83927-58A0-42AC-8BF0-4C88D977020E}">
      <dsp:nvSpPr>
        <dsp:cNvPr id="29" name="Freeform 28"/>
        <dsp:cNvSpPr/>
      </dsp:nvSpPr>
      <dsp:spPr bwMode="white">
        <a:xfrm>
          <a:off x="2535318" y="3026439"/>
          <a:ext cx="172611" cy="1346363"/>
        </a:xfrm>
        <a:custGeom>
          <a:avLst/>
          <a:gdLst/>
          <a:ahLst/>
          <a:cxnLst/>
          <a:pathLst>
            <a:path w="272" h="2120">
              <a:moveTo>
                <a:pt x="0" y="0"/>
              </a:moveTo>
              <a:lnTo>
                <a:pt x="0" y="2120"/>
              </a:lnTo>
              <a:lnTo>
                <a:pt x="272" y="2120"/>
              </a:lnTo>
            </a:path>
          </a:pathLst>
        </a:custGeom>
      </dsp:spPr>
      <dsp:style>
        <a:lnRef idx="2">
          <a:schemeClr val="dk1">
            <a:shade val="80000"/>
          </a:schemeClr>
        </a:lnRef>
        <a:fillRef idx="0">
          <a:schemeClr val="dk1"/>
        </a:fillRef>
        <a:effectRef idx="0">
          <a:scrgbClr r="0" g="0" b="0"/>
        </a:effectRef>
        <a:fontRef idx="minor"/>
      </dsp:style>
      <dsp:txXfrm>
        <a:off x="2535318" y="3026439"/>
        <a:ext cx="172611" cy="1346363"/>
      </dsp:txXfrm>
    </dsp:sp>
    <dsp:sp modelId="{CED237BB-0E02-41F1-995A-B8D49BFE6C85}">
      <dsp:nvSpPr>
        <dsp:cNvPr id="32" name="Freeform 31"/>
        <dsp:cNvSpPr/>
      </dsp:nvSpPr>
      <dsp:spPr bwMode="white">
        <a:xfrm>
          <a:off x="2535318" y="3026439"/>
          <a:ext cx="172611" cy="2163386"/>
        </a:xfrm>
        <a:custGeom>
          <a:avLst/>
          <a:gdLst/>
          <a:ahLst/>
          <a:cxnLst/>
          <a:pathLst>
            <a:path w="272" h="3407">
              <a:moveTo>
                <a:pt x="0" y="0"/>
              </a:moveTo>
              <a:lnTo>
                <a:pt x="0" y="3407"/>
              </a:lnTo>
              <a:lnTo>
                <a:pt x="272" y="3407"/>
              </a:lnTo>
            </a:path>
          </a:pathLst>
        </a:custGeom>
      </dsp:spPr>
      <dsp:style>
        <a:lnRef idx="2">
          <a:schemeClr val="dk1">
            <a:shade val="80000"/>
          </a:schemeClr>
        </a:lnRef>
        <a:fillRef idx="0">
          <a:schemeClr val="dk1"/>
        </a:fillRef>
        <a:effectRef idx="0">
          <a:scrgbClr r="0" g="0" b="0"/>
        </a:effectRef>
        <a:fontRef idx="minor"/>
      </dsp:style>
      <dsp:txXfrm>
        <a:off x="2535318" y="3026439"/>
        <a:ext cx="172611" cy="2163386"/>
      </dsp:txXfrm>
    </dsp:sp>
    <dsp:sp modelId="{2620F753-65B6-4532-849D-73361D4DF87C}">
      <dsp:nvSpPr>
        <dsp:cNvPr id="35" name="Freeform 34"/>
        <dsp:cNvSpPr/>
      </dsp:nvSpPr>
      <dsp:spPr bwMode="white">
        <a:xfrm>
          <a:off x="2995613" y="2209416"/>
          <a:ext cx="1392392" cy="241655"/>
        </a:xfrm>
        <a:custGeom>
          <a:avLst/>
          <a:gdLst/>
          <a:ahLst/>
          <a:cxnLst/>
          <a:pathLst>
            <a:path w="2193" h="381">
              <a:moveTo>
                <a:pt x="0" y="0"/>
              </a:moveTo>
              <a:lnTo>
                <a:pt x="0" y="190"/>
              </a:lnTo>
              <a:lnTo>
                <a:pt x="2193" y="190"/>
              </a:lnTo>
              <a:lnTo>
                <a:pt x="2193" y="381"/>
              </a:lnTo>
            </a:path>
          </a:pathLst>
        </a:custGeom>
      </dsp:spPr>
      <dsp:style>
        <a:lnRef idx="2">
          <a:schemeClr val="dk1">
            <a:shade val="80000"/>
          </a:schemeClr>
        </a:lnRef>
        <a:fillRef idx="0">
          <a:schemeClr val="dk1"/>
        </a:fillRef>
        <a:effectRef idx="0">
          <a:scrgbClr r="0" g="0" b="0"/>
        </a:effectRef>
        <a:fontRef idx="minor"/>
      </dsp:style>
      <dsp:txXfrm>
        <a:off x="2995613" y="2209416"/>
        <a:ext cx="1392392" cy="241655"/>
      </dsp:txXfrm>
    </dsp:sp>
    <dsp:sp modelId="{228E0EF4-744F-47B4-9D7F-C16750096194}">
      <dsp:nvSpPr>
        <dsp:cNvPr id="3" name="Rectangles 2"/>
        <dsp:cNvSpPr/>
      </dsp:nvSpPr>
      <dsp:spPr bwMode="white">
        <a:xfrm>
          <a:off x="2420244" y="0"/>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Drive</a:t>
          </a:r>
          <a:endParaRPr lang="en-IN" dirty="0">
            <a:solidFill>
              <a:schemeClr val="dk1"/>
            </a:solidFill>
          </a:endParaRPr>
        </a:p>
      </dsp:txBody>
      <dsp:txXfrm>
        <a:off x="2420244" y="0"/>
        <a:ext cx="1150737" cy="575369"/>
      </dsp:txXfrm>
    </dsp:sp>
    <dsp:sp modelId="{D53A6BD1-AC63-4776-B7FB-8BF7E6069853}">
      <dsp:nvSpPr>
        <dsp:cNvPr id="6" name="Rectangles 5"/>
        <dsp:cNvSpPr/>
      </dsp:nvSpPr>
      <dsp:spPr bwMode="white">
        <a:xfrm>
          <a:off x="2420244" y="817024"/>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My Drive</a:t>
          </a:r>
          <a:endParaRPr lang="en-IN" dirty="0">
            <a:solidFill>
              <a:schemeClr val="dk1"/>
            </a:solidFill>
          </a:endParaRPr>
        </a:p>
      </dsp:txBody>
      <dsp:txXfrm>
        <a:off x="2420244" y="817024"/>
        <a:ext cx="1150737" cy="575369"/>
      </dsp:txXfrm>
    </dsp:sp>
    <dsp:sp modelId="{893F05B1-DFB9-41FA-A1F9-25C18ABAD877}">
      <dsp:nvSpPr>
        <dsp:cNvPr id="9" name="Rectangles 8"/>
        <dsp:cNvSpPr/>
      </dsp:nvSpPr>
      <dsp:spPr bwMode="white">
        <a:xfrm>
          <a:off x="2420244" y="1634047"/>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YOLO(Folder Name)</a:t>
          </a:r>
          <a:endParaRPr lang="en-IN" dirty="0">
            <a:solidFill>
              <a:schemeClr val="dk1"/>
            </a:solidFill>
          </a:endParaRPr>
        </a:p>
      </dsp:txBody>
      <dsp:txXfrm>
        <a:off x="2420244" y="1634047"/>
        <a:ext cx="1150737" cy="575369"/>
      </dsp:txXfrm>
    </dsp:sp>
    <dsp:sp modelId="{5D53ACB1-5DA1-4DC6-9436-3B16C853AFBD}">
      <dsp:nvSpPr>
        <dsp:cNvPr id="12" name="Rectangles 11"/>
        <dsp:cNvSpPr/>
      </dsp:nvSpPr>
      <dsp:spPr bwMode="white">
        <a:xfrm>
          <a:off x="1027852" y="2451071"/>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Train</a:t>
          </a:r>
          <a:endParaRPr lang="en-IN" dirty="0">
            <a:solidFill>
              <a:schemeClr val="dk1"/>
            </a:solidFill>
          </a:endParaRPr>
        </a:p>
      </dsp:txBody>
      <dsp:txXfrm>
        <a:off x="1027852" y="2451071"/>
        <a:ext cx="1150737" cy="575369"/>
      </dsp:txXfrm>
    </dsp:sp>
    <dsp:sp modelId="{5BBC8D6A-5189-4E54-BC4E-9F934964259F}">
      <dsp:nvSpPr>
        <dsp:cNvPr id="15" name="Rectangles 14"/>
        <dsp:cNvSpPr/>
      </dsp:nvSpPr>
      <dsp:spPr bwMode="white">
        <a:xfrm>
          <a:off x="1315536" y="3268094"/>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images</a:t>
          </a:r>
          <a:endParaRPr lang="en-IN" dirty="0">
            <a:solidFill>
              <a:schemeClr val="dk1"/>
            </a:solidFill>
          </a:endParaRPr>
        </a:p>
      </dsp:txBody>
      <dsp:txXfrm>
        <a:off x="1315536" y="3268094"/>
        <a:ext cx="1150737" cy="575369"/>
      </dsp:txXfrm>
    </dsp:sp>
    <dsp:sp modelId="{00094EE3-9518-472B-9F1F-C6BB8A1B3715}">
      <dsp:nvSpPr>
        <dsp:cNvPr id="18" name="Rectangles 17"/>
        <dsp:cNvSpPr/>
      </dsp:nvSpPr>
      <dsp:spPr bwMode="white">
        <a:xfrm>
          <a:off x="1315536" y="4085118"/>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labels</a:t>
          </a:r>
          <a:endParaRPr lang="en-IN" dirty="0">
            <a:solidFill>
              <a:schemeClr val="dk1"/>
            </a:solidFill>
          </a:endParaRPr>
        </a:p>
      </dsp:txBody>
      <dsp:txXfrm>
        <a:off x="1315536" y="4085118"/>
        <a:ext cx="1150737" cy="575369"/>
      </dsp:txXfrm>
    </dsp:sp>
    <dsp:sp modelId="{F8DFAA57-91CE-4825-8353-89302DB67498}">
      <dsp:nvSpPr>
        <dsp:cNvPr id="21" name="Rectangles 20"/>
        <dsp:cNvSpPr/>
      </dsp:nvSpPr>
      <dsp:spPr bwMode="white">
        <a:xfrm>
          <a:off x="1315536" y="4902141"/>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rPr>
            <a:t>labels.cache</a:t>
          </a:r>
          <a:endParaRPr lang="en-IN" dirty="0">
            <a:solidFill>
              <a:schemeClr val="dk1"/>
            </a:solidFill>
          </a:endParaRPr>
        </a:p>
      </dsp:txBody>
      <dsp:txXfrm>
        <a:off x="1315536" y="4902141"/>
        <a:ext cx="1150737" cy="575369"/>
      </dsp:txXfrm>
    </dsp:sp>
    <dsp:sp modelId="{60E29F7B-2C9B-44D5-A986-513D6ED2D128}">
      <dsp:nvSpPr>
        <dsp:cNvPr id="24" name="Rectangles 23"/>
        <dsp:cNvSpPr/>
      </dsp:nvSpPr>
      <dsp:spPr bwMode="white">
        <a:xfrm>
          <a:off x="2420244" y="2451071"/>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Valid</a:t>
          </a:r>
          <a:endParaRPr lang="en-IN" dirty="0">
            <a:solidFill>
              <a:schemeClr val="dk1"/>
            </a:solidFill>
          </a:endParaRPr>
        </a:p>
      </dsp:txBody>
      <dsp:txXfrm>
        <a:off x="2420244" y="2451071"/>
        <a:ext cx="1150737" cy="575369"/>
      </dsp:txXfrm>
    </dsp:sp>
    <dsp:sp modelId="{EBC86C68-03F6-4456-BF0D-3DE685E7DF26}">
      <dsp:nvSpPr>
        <dsp:cNvPr id="27" name="Rectangles 26"/>
        <dsp:cNvSpPr/>
      </dsp:nvSpPr>
      <dsp:spPr bwMode="white">
        <a:xfrm>
          <a:off x="2707928" y="3268094"/>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images</a:t>
          </a:r>
          <a:endParaRPr lang="en-IN" dirty="0">
            <a:solidFill>
              <a:schemeClr val="dk1"/>
            </a:solidFill>
          </a:endParaRPr>
        </a:p>
      </dsp:txBody>
      <dsp:txXfrm>
        <a:off x="2707928" y="3268094"/>
        <a:ext cx="1150737" cy="575369"/>
      </dsp:txXfrm>
    </dsp:sp>
    <dsp:sp modelId="{0538326D-8E6C-4D98-8C84-FC0E802AEBC5}">
      <dsp:nvSpPr>
        <dsp:cNvPr id="30" name="Rectangles 29"/>
        <dsp:cNvSpPr/>
      </dsp:nvSpPr>
      <dsp:spPr bwMode="white">
        <a:xfrm>
          <a:off x="2707928" y="4085118"/>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a:solidFill>
                <a:schemeClr val="dk1"/>
              </a:solidFill>
            </a:rPr>
            <a:t>labels</a:t>
          </a:r>
          <a:endParaRPr lang="en-IN" dirty="0">
            <a:solidFill>
              <a:schemeClr val="dk1"/>
            </a:solidFill>
          </a:endParaRPr>
        </a:p>
      </dsp:txBody>
      <dsp:txXfrm>
        <a:off x="2707928" y="4085118"/>
        <a:ext cx="1150737" cy="575369"/>
      </dsp:txXfrm>
    </dsp:sp>
    <dsp:sp modelId="{C5D51485-EA35-4692-B375-3CB311520412}">
      <dsp:nvSpPr>
        <dsp:cNvPr id="33" name="Rectangles 32"/>
        <dsp:cNvSpPr/>
      </dsp:nvSpPr>
      <dsp:spPr bwMode="white">
        <a:xfrm>
          <a:off x="2707928" y="4902141"/>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rPr>
            <a:t>labels.cache</a:t>
          </a:r>
          <a:endParaRPr lang="en-IN" dirty="0">
            <a:solidFill>
              <a:schemeClr val="dk1"/>
            </a:solidFill>
          </a:endParaRPr>
        </a:p>
      </dsp:txBody>
      <dsp:txXfrm>
        <a:off x="2707928" y="4902141"/>
        <a:ext cx="1150737" cy="575369"/>
      </dsp:txXfrm>
    </dsp:sp>
    <dsp:sp modelId="{2EC74CA9-01E8-46E8-9D62-213BC11820E4}">
      <dsp:nvSpPr>
        <dsp:cNvPr id="36" name="Rectangles 35"/>
        <dsp:cNvSpPr/>
      </dsp:nvSpPr>
      <dsp:spPr bwMode="white">
        <a:xfrm>
          <a:off x="3812636" y="2451071"/>
          <a:ext cx="1150737" cy="575369"/>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rPr>
            <a:t>data.yaml</a:t>
          </a:r>
          <a:endParaRPr lang="en-IN" dirty="0">
            <a:solidFill>
              <a:schemeClr val="dk1"/>
            </a:solidFill>
          </a:endParaRPr>
        </a:p>
      </dsp:txBody>
      <dsp:txXfrm>
        <a:off x="3812636" y="2451071"/>
        <a:ext cx="1150737" cy="575369"/>
      </dsp:txXfrm>
    </dsp:sp>
    <dsp:sp modelId="{98DDFC27-FD51-4F78-9045-46DD886A7CD4}">
      <dsp:nvSpPr>
        <dsp:cNvPr id="4" name="Rectangles 3" hidden="1"/>
        <dsp:cNvSpPr/>
      </dsp:nvSpPr>
      <dsp:spPr>
        <a:xfrm>
          <a:off x="2420244" y="0"/>
          <a:ext cx="230147" cy="575369"/>
        </a:xfrm>
        <a:prstGeom prst="rect">
          <a:avLst/>
        </a:prstGeom>
      </dsp:spPr>
      <dsp:txXfrm>
        <a:off x="2420244" y="0"/>
        <a:ext cx="230147" cy="575369"/>
      </dsp:txXfrm>
    </dsp:sp>
    <dsp:sp modelId="{BB82477A-208B-4234-8E90-2B9B649B4993}">
      <dsp:nvSpPr>
        <dsp:cNvPr id="7" name="Rectangles 6" hidden="1"/>
        <dsp:cNvSpPr/>
      </dsp:nvSpPr>
      <dsp:spPr>
        <a:xfrm>
          <a:off x="2420244" y="817024"/>
          <a:ext cx="230147" cy="575369"/>
        </a:xfrm>
        <a:prstGeom prst="rect">
          <a:avLst/>
        </a:prstGeom>
      </dsp:spPr>
      <dsp:txXfrm>
        <a:off x="2420244" y="817024"/>
        <a:ext cx="230147" cy="575369"/>
      </dsp:txXfrm>
    </dsp:sp>
    <dsp:sp modelId="{710E4F18-A54B-480A-AFB3-D8DC73553DD7}">
      <dsp:nvSpPr>
        <dsp:cNvPr id="10" name="Rectangles 9" hidden="1"/>
        <dsp:cNvSpPr/>
      </dsp:nvSpPr>
      <dsp:spPr>
        <a:xfrm>
          <a:off x="2420244" y="1634047"/>
          <a:ext cx="230147" cy="575369"/>
        </a:xfrm>
        <a:prstGeom prst="rect">
          <a:avLst/>
        </a:prstGeom>
      </dsp:spPr>
      <dsp:txXfrm>
        <a:off x="2420244" y="1634047"/>
        <a:ext cx="230147" cy="575369"/>
      </dsp:txXfrm>
    </dsp:sp>
    <dsp:sp modelId="{3F761200-6ECA-4E23-A876-3983D7639690}">
      <dsp:nvSpPr>
        <dsp:cNvPr id="13" name="Rectangles 12" hidden="1"/>
        <dsp:cNvSpPr/>
      </dsp:nvSpPr>
      <dsp:spPr>
        <a:xfrm>
          <a:off x="1027852" y="2451071"/>
          <a:ext cx="230147" cy="575369"/>
        </a:xfrm>
        <a:prstGeom prst="rect">
          <a:avLst/>
        </a:prstGeom>
      </dsp:spPr>
      <dsp:txXfrm>
        <a:off x="1027852" y="2451071"/>
        <a:ext cx="230147" cy="575369"/>
      </dsp:txXfrm>
    </dsp:sp>
    <dsp:sp modelId="{5D2F7035-A1A5-4D41-9B6A-9548CF67E4E3}">
      <dsp:nvSpPr>
        <dsp:cNvPr id="16" name="Rectangles 15" hidden="1"/>
        <dsp:cNvSpPr/>
      </dsp:nvSpPr>
      <dsp:spPr>
        <a:xfrm>
          <a:off x="1315536" y="3268094"/>
          <a:ext cx="230147" cy="575369"/>
        </a:xfrm>
        <a:prstGeom prst="rect">
          <a:avLst/>
        </a:prstGeom>
      </dsp:spPr>
      <dsp:txXfrm>
        <a:off x="1315536" y="3268094"/>
        <a:ext cx="230147" cy="575369"/>
      </dsp:txXfrm>
    </dsp:sp>
    <dsp:sp modelId="{32D51117-97CA-4D8E-AEBE-50AA6AD863DF}">
      <dsp:nvSpPr>
        <dsp:cNvPr id="19" name="Rectangles 18" hidden="1"/>
        <dsp:cNvSpPr/>
      </dsp:nvSpPr>
      <dsp:spPr>
        <a:xfrm>
          <a:off x="1315536" y="4085118"/>
          <a:ext cx="230147" cy="575369"/>
        </a:xfrm>
        <a:prstGeom prst="rect">
          <a:avLst/>
        </a:prstGeom>
      </dsp:spPr>
      <dsp:txXfrm>
        <a:off x="1315536" y="4085118"/>
        <a:ext cx="230147" cy="575369"/>
      </dsp:txXfrm>
    </dsp:sp>
    <dsp:sp modelId="{7A915B0C-9B83-4069-A67B-3D3DFCA15B31}">
      <dsp:nvSpPr>
        <dsp:cNvPr id="22" name="Rectangles 21" hidden="1"/>
        <dsp:cNvSpPr/>
      </dsp:nvSpPr>
      <dsp:spPr>
        <a:xfrm>
          <a:off x="1315536" y="4902141"/>
          <a:ext cx="230147" cy="575369"/>
        </a:xfrm>
        <a:prstGeom prst="rect">
          <a:avLst/>
        </a:prstGeom>
      </dsp:spPr>
      <dsp:txXfrm>
        <a:off x="1315536" y="4902141"/>
        <a:ext cx="230147" cy="575369"/>
      </dsp:txXfrm>
    </dsp:sp>
    <dsp:sp modelId="{24118627-A226-40CC-A5B4-BD854D404019}">
      <dsp:nvSpPr>
        <dsp:cNvPr id="25" name="Rectangles 24" hidden="1"/>
        <dsp:cNvSpPr/>
      </dsp:nvSpPr>
      <dsp:spPr>
        <a:xfrm>
          <a:off x="2420244" y="2451071"/>
          <a:ext cx="230147" cy="575369"/>
        </a:xfrm>
        <a:prstGeom prst="rect">
          <a:avLst/>
        </a:prstGeom>
      </dsp:spPr>
      <dsp:txXfrm>
        <a:off x="2420244" y="2451071"/>
        <a:ext cx="230147" cy="575369"/>
      </dsp:txXfrm>
    </dsp:sp>
    <dsp:sp modelId="{4B4DBA1F-ACB8-4FA2-BA66-77BA9824A90F}">
      <dsp:nvSpPr>
        <dsp:cNvPr id="28" name="Rectangles 27" hidden="1"/>
        <dsp:cNvSpPr/>
      </dsp:nvSpPr>
      <dsp:spPr>
        <a:xfrm>
          <a:off x="2707928" y="3268094"/>
          <a:ext cx="230147" cy="575369"/>
        </a:xfrm>
        <a:prstGeom prst="rect">
          <a:avLst/>
        </a:prstGeom>
      </dsp:spPr>
      <dsp:txXfrm>
        <a:off x="2707928" y="3268094"/>
        <a:ext cx="230147" cy="575369"/>
      </dsp:txXfrm>
    </dsp:sp>
    <dsp:sp modelId="{0C6D0E4B-A58E-455F-8B5C-B1630A073858}">
      <dsp:nvSpPr>
        <dsp:cNvPr id="31" name="Rectangles 30" hidden="1"/>
        <dsp:cNvSpPr/>
      </dsp:nvSpPr>
      <dsp:spPr>
        <a:xfrm>
          <a:off x="2707928" y="4085118"/>
          <a:ext cx="230147" cy="575369"/>
        </a:xfrm>
        <a:prstGeom prst="rect">
          <a:avLst/>
        </a:prstGeom>
      </dsp:spPr>
      <dsp:txXfrm>
        <a:off x="2707928" y="4085118"/>
        <a:ext cx="230147" cy="575369"/>
      </dsp:txXfrm>
    </dsp:sp>
    <dsp:sp modelId="{FF09BCB0-95AE-41CD-AEF3-F2F3665CB7E5}">
      <dsp:nvSpPr>
        <dsp:cNvPr id="34" name="Rectangles 33" hidden="1"/>
        <dsp:cNvSpPr/>
      </dsp:nvSpPr>
      <dsp:spPr>
        <a:xfrm>
          <a:off x="2707928" y="4902141"/>
          <a:ext cx="230147" cy="575369"/>
        </a:xfrm>
        <a:prstGeom prst="rect">
          <a:avLst/>
        </a:prstGeom>
      </dsp:spPr>
      <dsp:txXfrm>
        <a:off x="2707928" y="4902141"/>
        <a:ext cx="230147" cy="575369"/>
      </dsp:txXfrm>
    </dsp:sp>
    <dsp:sp modelId="{171330E8-9A12-464C-AB44-DBC7319B938E}">
      <dsp:nvSpPr>
        <dsp:cNvPr id="37" name="Rectangles 36" hidden="1"/>
        <dsp:cNvSpPr/>
      </dsp:nvSpPr>
      <dsp:spPr>
        <a:xfrm>
          <a:off x="3812636" y="2451071"/>
          <a:ext cx="230147" cy="575369"/>
        </a:xfrm>
        <a:prstGeom prst="rect">
          <a:avLst/>
        </a:prstGeom>
      </dsp:spPr>
      <dsp:txXfrm>
        <a:off x="3812636" y="2451071"/>
        <a:ext cx="230147" cy="57536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209290" cy="4838700"/>
        <a:chOff x="0" y="0"/>
        <a:chExt cx="3209290" cy="4838700"/>
      </a:xfrm>
    </dsp:grpSpPr>
    <dsp:sp modelId="{3B3E79A3-A58C-4EE9-9017-A7B542266EFC}">
      <dsp:nvSpPr>
        <dsp:cNvPr id="5" name="Freeform 4"/>
        <dsp:cNvSpPr/>
      </dsp:nvSpPr>
      <dsp:spPr bwMode="white">
        <a:xfrm>
          <a:off x="1455302" y="597370"/>
          <a:ext cx="0" cy="250896"/>
        </a:xfrm>
        <a:custGeom>
          <a:avLst/>
          <a:gdLst/>
          <a:ahLst/>
          <a:cxnLst/>
          <a:pathLst>
            <a:path h="395">
              <a:moveTo>
                <a:pt x="0" y="0"/>
              </a:moveTo>
              <a:lnTo>
                <a:pt x="0" y="395"/>
              </a:lnTo>
            </a:path>
          </a:pathLst>
        </a:custGeom>
      </dsp:spPr>
      <dsp:style>
        <a:lnRef idx="2">
          <a:schemeClr val="dk1">
            <a:shade val="60000"/>
          </a:schemeClr>
        </a:lnRef>
        <a:fillRef idx="0">
          <a:schemeClr val="dk1"/>
        </a:fillRef>
        <a:effectRef idx="0">
          <a:scrgbClr r="0" g="0" b="0"/>
        </a:effectRef>
        <a:fontRef idx="minor"/>
      </dsp:style>
      <dsp:txXfrm>
        <a:off x="1455302" y="597370"/>
        <a:ext cx="0" cy="250896"/>
      </dsp:txXfrm>
    </dsp:sp>
    <dsp:sp modelId="{5E0FEF5B-15E7-40DE-ABEC-34CB6036AC76}">
      <dsp:nvSpPr>
        <dsp:cNvPr id="8" name="Freeform 7"/>
        <dsp:cNvSpPr/>
      </dsp:nvSpPr>
      <dsp:spPr bwMode="white">
        <a:xfrm>
          <a:off x="1455302" y="1445636"/>
          <a:ext cx="0" cy="250896"/>
        </a:xfrm>
        <a:custGeom>
          <a:avLst/>
          <a:gdLst/>
          <a:ahLst/>
          <a:cxnLst/>
          <a:pathLst>
            <a:path h="395">
              <a:moveTo>
                <a:pt x="0" y="0"/>
              </a:moveTo>
              <a:lnTo>
                <a:pt x="0" y="395"/>
              </a:lnTo>
            </a:path>
          </a:pathLst>
        </a:custGeom>
      </dsp:spPr>
      <dsp:style>
        <a:lnRef idx="2">
          <a:schemeClr val="dk1">
            <a:shade val="80000"/>
          </a:schemeClr>
        </a:lnRef>
        <a:fillRef idx="0">
          <a:schemeClr val="dk1"/>
        </a:fillRef>
        <a:effectRef idx="0">
          <a:scrgbClr r="0" g="0" b="0"/>
        </a:effectRef>
        <a:fontRef idx="minor"/>
      </dsp:style>
      <dsp:txXfrm>
        <a:off x="1455302" y="1445636"/>
        <a:ext cx="0" cy="250896"/>
      </dsp:txXfrm>
    </dsp:sp>
    <dsp:sp modelId="{8EEBB5BE-2D7D-4135-A3EC-6AA3D5D60A6F}">
      <dsp:nvSpPr>
        <dsp:cNvPr id="11" name="Freeform 10"/>
        <dsp:cNvSpPr/>
      </dsp:nvSpPr>
      <dsp:spPr bwMode="white">
        <a:xfrm>
          <a:off x="1455302" y="2293902"/>
          <a:ext cx="0" cy="250896"/>
        </a:xfrm>
        <a:custGeom>
          <a:avLst/>
          <a:gdLst/>
          <a:ahLst/>
          <a:cxnLst/>
          <a:pathLst>
            <a:path h="395">
              <a:moveTo>
                <a:pt x="0" y="0"/>
              </a:moveTo>
              <a:lnTo>
                <a:pt x="0" y="395"/>
              </a:lnTo>
            </a:path>
          </a:pathLst>
        </a:custGeom>
      </dsp:spPr>
      <dsp:style>
        <a:lnRef idx="2">
          <a:schemeClr val="dk1">
            <a:shade val="80000"/>
          </a:schemeClr>
        </a:lnRef>
        <a:fillRef idx="0">
          <a:schemeClr val="dk1"/>
        </a:fillRef>
        <a:effectRef idx="0">
          <a:scrgbClr r="0" g="0" b="0"/>
        </a:effectRef>
        <a:fontRef idx="minor"/>
      </dsp:style>
      <dsp:txXfrm>
        <a:off x="1455302" y="2293902"/>
        <a:ext cx="0" cy="250896"/>
      </dsp:txXfrm>
    </dsp:sp>
    <dsp:sp modelId="{879BE46A-AE28-400F-9C99-FD47C7D1F4E5}">
      <dsp:nvSpPr>
        <dsp:cNvPr id="14" name="Freeform 13"/>
        <dsp:cNvSpPr/>
      </dsp:nvSpPr>
      <dsp:spPr bwMode="white">
        <a:xfrm>
          <a:off x="977406" y="3142168"/>
          <a:ext cx="179211" cy="549581"/>
        </a:xfrm>
        <a:custGeom>
          <a:avLst/>
          <a:gdLst/>
          <a:ahLst/>
          <a:cxnLst/>
          <a:pathLst>
            <a:path w="282" h="865">
              <a:moveTo>
                <a:pt x="0" y="0"/>
              </a:moveTo>
              <a:lnTo>
                <a:pt x="0" y="865"/>
              </a:lnTo>
              <a:lnTo>
                <a:pt x="282" y="865"/>
              </a:lnTo>
            </a:path>
          </a:pathLst>
        </a:custGeom>
      </dsp:spPr>
      <dsp:style>
        <a:lnRef idx="2">
          <a:schemeClr val="dk1">
            <a:shade val="80000"/>
          </a:schemeClr>
        </a:lnRef>
        <a:fillRef idx="0">
          <a:schemeClr val="dk1"/>
        </a:fillRef>
        <a:effectRef idx="0">
          <a:scrgbClr r="0" g="0" b="0"/>
        </a:effectRef>
        <a:fontRef idx="minor"/>
      </dsp:style>
      <dsp:txXfrm>
        <a:off x="977406" y="3142168"/>
        <a:ext cx="179211" cy="549581"/>
      </dsp:txXfrm>
    </dsp:sp>
    <dsp:sp modelId="{50D6EC1E-E8B8-4C66-96B8-8800CF489DB6}">
      <dsp:nvSpPr>
        <dsp:cNvPr id="17" name="Freeform 16"/>
        <dsp:cNvSpPr/>
      </dsp:nvSpPr>
      <dsp:spPr bwMode="white">
        <a:xfrm>
          <a:off x="977406" y="3142168"/>
          <a:ext cx="179211" cy="1397847"/>
        </a:xfrm>
        <a:custGeom>
          <a:avLst/>
          <a:gdLst/>
          <a:ahLst/>
          <a:cxnLst/>
          <a:pathLst>
            <a:path w="282" h="2201">
              <a:moveTo>
                <a:pt x="0" y="0"/>
              </a:moveTo>
              <a:lnTo>
                <a:pt x="0" y="2201"/>
              </a:lnTo>
              <a:lnTo>
                <a:pt x="282" y="2201"/>
              </a:lnTo>
            </a:path>
          </a:pathLst>
        </a:custGeom>
      </dsp:spPr>
      <dsp:style>
        <a:lnRef idx="2">
          <a:schemeClr val="dk1">
            <a:shade val="80000"/>
          </a:schemeClr>
        </a:lnRef>
        <a:fillRef idx="0">
          <a:schemeClr val="dk1"/>
        </a:fillRef>
        <a:effectRef idx="0">
          <a:scrgbClr r="0" g="0" b="0"/>
        </a:effectRef>
        <a:fontRef idx="minor"/>
      </dsp:style>
      <dsp:txXfrm>
        <a:off x="977406" y="3142168"/>
        <a:ext cx="179211" cy="1397847"/>
      </dsp:txXfrm>
    </dsp:sp>
    <dsp:sp modelId="{6472A761-861D-4A68-814B-FB12238F5FBC}">
      <dsp:nvSpPr>
        <dsp:cNvPr id="3" name="Rectangles 2"/>
        <dsp:cNvSpPr/>
      </dsp:nvSpPr>
      <dsp:spPr bwMode="white">
        <a:xfrm>
          <a:off x="857932" y="0"/>
          <a:ext cx="1194741" cy="5973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dirty="0">
              <a:solidFill>
                <a:schemeClr val="dk1"/>
              </a:solidFill>
            </a:rPr>
            <a:t>runs</a:t>
          </a:r>
          <a:endParaRPr lang="en-IN" dirty="0">
            <a:solidFill>
              <a:schemeClr val="dk1"/>
            </a:solidFill>
          </a:endParaRPr>
        </a:p>
      </dsp:txBody>
      <dsp:txXfrm>
        <a:off x="857932" y="0"/>
        <a:ext cx="1194741" cy="597370"/>
      </dsp:txXfrm>
    </dsp:sp>
    <dsp:sp modelId="{EFE2C2F4-D815-4E6D-96CE-F0BF3656DFB7}">
      <dsp:nvSpPr>
        <dsp:cNvPr id="6" name="Rectangles 5"/>
        <dsp:cNvSpPr/>
      </dsp:nvSpPr>
      <dsp:spPr bwMode="white">
        <a:xfrm>
          <a:off x="857932" y="848266"/>
          <a:ext cx="1194741" cy="5973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dirty="0">
              <a:solidFill>
                <a:schemeClr val="dk1"/>
              </a:solidFill>
            </a:rPr>
            <a:t>detect</a:t>
          </a:r>
          <a:endParaRPr lang="en-IN" dirty="0">
            <a:solidFill>
              <a:schemeClr val="dk1"/>
            </a:solidFill>
          </a:endParaRPr>
        </a:p>
      </dsp:txBody>
      <dsp:txXfrm>
        <a:off x="857932" y="848266"/>
        <a:ext cx="1194741" cy="597370"/>
      </dsp:txXfrm>
    </dsp:sp>
    <dsp:sp modelId="{E2594431-D2FC-4658-BA9D-36CBD2BB9A32}">
      <dsp:nvSpPr>
        <dsp:cNvPr id="9" name="Rectangles 8"/>
        <dsp:cNvSpPr/>
      </dsp:nvSpPr>
      <dsp:spPr bwMode="white">
        <a:xfrm>
          <a:off x="857932" y="1696532"/>
          <a:ext cx="1194741" cy="5973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vert="horz" wrap="square"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dirty="0">
              <a:solidFill>
                <a:schemeClr val="dk1"/>
              </a:solidFill>
            </a:rPr>
            <a:t>m</a:t>
          </a:r>
          <a:r>
            <a:rPr lang="en-US" dirty="0">
              <a:solidFill>
                <a:schemeClr val="dk1"/>
              </a:solidFill>
            </a:rPr>
            <a:t>alaria_yoloi</a:t>
          </a:r>
          <a:endParaRPr lang="en-IN" dirty="0">
            <a:solidFill>
              <a:schemeClr val="dk1"/>
            </a:solidFill>
          </a:endParaRPr>
        </a:p>
      </dsp:txBody>
      <dsp:txXfrm>
        <a:off x="857932" y="1696532"/>
        <a:ext cx="1194741" cy="597370"/>
      </dsp:txXfrm>
    </dsp:sp>
    <dsp:sp modelId="{183FA21D-F63C-47DC-AEFB-C9869924701E}">
      <dsp:nvSpPr>
        <dsp:cNvPr id="12" name="Rectangles 11"/>
        <dsp:cNvSpPr/>
      </dsp:nvSpPr>
      <dsp:spPr bwMode="white">
        <a:xfrm>
          <a:off x="857932" y="2544798"/>
          <a:ext cx="1194741" cy="5973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dirty="0">
              <a:solidFill>
                <a:schemeClr val="dk1"/>
              </a:solidFill>
            </a:rPr>
            <a:t>Weights</a:t>
          </a:r>
          <a:endParaRPr lang="en-IN" dirty="0">
            <a:solidFill>
              <a:schemeClr val="dk1"/>
            </a:solidFill>
          </a:endParaRPr>
        </a:p>
      </dsp:txBody>
      <dsp:txXfrm>
        <a:off x="857932" y="2544798"/>
        <a:ext cx="1194741" cy="597370"/>
      </dsp:txXfrm>
    </dsp:sp>
    <dsp:sp modelId="{A32B187E-7703-4B4D-A761-8A54DE100C19}">
      <dsp:nvSpPr>
        <dsp:cNvPr id="15" name="Rectangles 14"/>
        <dsp:cNvSpPr/>
      </dsp:nvSpPr>
      <dsp:spPr bwMode="white">
        <a:xfrm>
          <a:off x="1156617" y="3393064"/>
          <a:ext cx="1194741" cy="5973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dirty="0">
              <a:solidFill>
                <a:schemeClr val="dk1"/>
              </a:solidFill>
            </a:rPr>
            <a:t>best.pt</a:t>
          </a:r>
          <a:endParaRPr lang="en-IN" dirty="0">
            <a:solidFill>
              <a:schemeClr val="dk1"/>
            </a:solidFill>
          </a:endParaRPr>
        </a:p>
      </dsp:txBody>
      <dsp:txXfrm>
        <a:off x="1156617" y="3393064"/>
        <a:ext cx="1194741" cy="597370"/>
      </dsp:txXfrm>
    </dsp:sp>
    <dsp:sp modelId="{C58B8293-6F52-416E-B42A-C82DBE0EE36F}">
      <dsp:nvSpPr>
        <dsp:cNvPr id="18" name="Rectangles 17"/>
        <dsp:cNvSpPr/>
      </dsp:nvSpPr>
      <dsp:spPr bwMode="white">
        <a:xfrm>
          <a:off x="1156617" y="4241330"/>
          <a:ext cx="1194741" cy="5973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dirty="0">
              <a:solidFill>
                <a:schemeClr val="dk1"/>
              </a:solidFill>
            </a:rPr>
            <a:t>Last.pt</a:t>
          </a:r>
          <a:endParaRPr lang="en-IN" dirty="0">
            <a:solidFill>
              <a:schemeClr val="dk1"/>
            </a:solidFill>
          </a:endParaRPr>
        </a:p>
      </dsp:txBody>
      <dsp:txXfrm>
        <a:off x="1156617" y="4241330"/>
        <a:ext cx="1194741" cy="597370"/>
      </dsp:txXfrm>
    </dsp:sp>
    <dsp:sp modelId="{90090F28-9CC6-44F8-9A5B-33ECE0B80AF8}">
      <dsp:nvSpPr>
        <dsp:cNvPr id="4" name="Rectangles 3" hidden="1"/>
        <dsp:cNvSpPr/>
      </dsp:nvSpPr>
      <dsp:spPr>
        <a:xfrm>
          <a:off x="857932" y="0"/>
          <a:ext cx="238948" cy="597370"/>
        </a:xfrm>
        <a:prstGeom prst="rect">
          <a:avLst/>
        </a:prstGeom>
      </dsp:spPr>
      <dsp:txXfrm>
        <a:off x="857932" y="0"/>
        <a:ext cx="238948" cy="597370"/>
      </dsp:txXfrm>
    </dsp:sp>
    <dsp:sp modelId="{55FCDFCC-A23D-4281-8378-C06ECA0BE8F4}">
      <dsp:nvSpPr>
        <dsp:cNvPr id="7" name="Rectangles 6" hidden="1"/>
        <dsp:cNvSpPr/>
      </dsp:nvSpPr>
      <dsp:spPr>
        <a:xfrm>
          <a:off x="857932" y="848266"/>
          <a:ext cx="238948" cy="597370"/>
        </a:xfrm>
        <a:prstGeom prst="rect">
          <a:avLst/>
        </a:prstGeom>
      </dsp:spPr>
      <dsp:txXfrm>
        <a:off x="857932" y="848266"/>
        <a:ext cx="238948" cy="597370"/>
      </dsp:txXfrm>
    </dsp:sp>
    <dsp:sp modelId="{D669ECF0-069A-4AA7-8AAC-618D870AD053}">
      <dsp:nvSpPr>
        <dsp:cNvPr id="10" name="Rectangles 9" hidden="1"/>
        <dsp:cNvSpPr/>
      </dsp:nvSpPr>
      <dsp:spPr>
        <a:xfrm>
          <a:off x="857932" y="1696532"/>
          <a:ext cx="238948" cy="597370"/>
        </a:xfrm>
        <a:prstGeom prst="rect">
          <a:avLst/>
        </a:prstGeom>
      </dsp:spPr>
      <dsp:txXfrm>
        <a:off x="857932" y="1696532"/>
        <a:ext cx="238948" cy="597370"/>
      </dsp:txXfrm>
    </dsp:sp>
    <dsp:sp modelId="{7DFAE24D-28D4-4388-8131-5E17A1578344}">
      <dsp:nvSpPr>
        <dsp:cNvPr id="13" name="Rectangles 12" hidden="1"/>
        <dsp:cNvSpPr/>
      </dsp:nvSpPr>
      <dsp:spPr>
        <a:xfrm>
          <a:off x="857932" y="2544798"/>
          <a:ext cx="238948" cy="597370"/>
        </a:xfrm>
        <a:prstGeom prst="rect">
          <a:avLst/>
        </a:prstGeom>
      </dsp:spPr>
      <dsp:txXfrm>
        <a:off x="857932" y="2544798"/>
        <a:ext cx="238948" cy="597370"/>
      </dsp:txXfrm>
    </dsp:sp>
    <dsp:sp modelId="{0F954A24-8FD0-4A5D-826D-860499E70968}">
      <dsp:nvSpPr>
        <dsp:cNvPr id="16" name="Rectangles 15" hidden="1"/>
        <dsp:cNvSpPr/>
      </dsp:nvSpPr>
      <dsp:spPr>
        <a:xfrm>
          <a:off x="1156617" y="3393064"/>
          <a:ext cx="238948" cy="597370"/>
        </a:xfrm>
        <a:prstGeom prst="rect">
          <a:avLst/>
        </a:prstGeom>
      </dsp:spPr>
      <dsp:txXfrm>
        <a:off x="1156617" y="3393064"/>
        <a:ext cx="238948" cy="597370"/>
      </dsp:txXfrm>
    </dsp:sp>
    <dsp:sp modelId="{35501D01-1B5D-4B35-A4DA-C7093973350D}">
      <dsp:nvSpPr>
        <dsp:cNvPr id="19" name="Rectangles 18" hidden="1"/>
        <dsp:cNvSpPr/>
      </dsp:nvSpPr>
      <dsp:spPr>
        <a:xfrm>
          <a:off x="1156617" y="4241330"/>
          <a:ext cx="238948" cy="597370"/>
        </a:xfrm>
        <a:prstGeom prst="rect">
          <a:avLst/>
        </a:prstGeom>
      </dsp:spPr>
      <dsp:txXfrm>
        <a:off x="1156617" y="4241330"/>
        <a:ext cx="238948" cy="59737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8785C7F-B55D-4A95-AF2C-677C2C85F24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8785C7F-B55D-4A95-AF2C-677C2C85F24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A8785C7F-B55D-4A95-AF2C-677C2C85F24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8785C7F-B55D-4A95-AF2C-677C2C85F24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8785C7F-B55D-4A95-AF2C-677C2C85F249}"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8785C7F-B55D-4A95-AF2C-677C2C85F249}"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785C7F-B55D-4A95-AF2C-677C2C85F249}"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A8785C7F-B55D-4A95-AF2C-677C2C85F24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A8785C7F-B55D-4A95-AF2C-677C2C85F24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8785C7F-B55D-4A95-AF2C-677C2C85F24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8785C7F-B55D-4A95-AF2C-677C2C85F24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C04227-7DB5-4AF1-BCDF-864336C71C87}"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85C7F-B55D-4A95-AF2C-677C2C85F249}"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04227-7DB5-4AF1-BCDF-864336C71C8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kaggle.com/datasets/kmader/malaria-bounding-boxes" TargetMode="External"/></Relationships>
</file>

<file path=ppt/slides/_rels/slide11.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2.xml"/><Relationship Id="rId10" Type="http://schemas.microsoft.com/office/2007/relationships/diagramDrawing" Target="../diagrams/drawing2.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colab.research.google.com/drive/1-fwF52QgI9HfNRBZCe5Cq-hgZMnLzVpZ?usp=sharing"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kili-technology.com/data-labeling/machine-learning/yolo-algorithm-real-time-object-detection-from-a-to-z" TargetMode="External"/><Relationship Id="rId4" Type="http://schemas.openxmlformats.org/officeDocument/2006/relationships/hyperlink" Target="https://medlineplus.gov/blood.html" TargetMode="External"/><Relationship Id="rId3" Type="http://schemas.openxmlformats.org/officeDocument/2006/relationships/hyperlink" Target="https://www.geeksforgeeks.org/introduction-deep-learning/" TargetMode="External"/><Relationship Id="rId2" Type="http://schemas.openxmlformats.org/officeDocument/2006/relationships/hyperlink" Target="https://yolov8.com/" TargetMode="External"/><Relationship Id="rId1" Type="http://schemas.openxmlformats.org/officeDocument/2006/relationships/hyperlink" Target="https://www.kaggle.com/datasets/kmader/malaria-bounding-boxes" TargetMode="Externa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29945"/>
            <a:ext cx="9144000" cy="2080260"/>
          </a:xfrm>
        </p:spPr>
        <p:txBody>
          <a:bodyPr>
            <a:normAutofit/>
          </a:bodyPr>
          <a:lstStyle/>
          <a:p>
            <a:r>
              <a:rPr lang="en-IN" sz="3500" b="1" dirty="0">
                <a:latin typeface="Times New Roman" panose="02020603050405020304" pitchFamily="18" charset="0"/>
                <a:cs typeface="Times New Roman" panose="02020603050405020304" pitchFamily="18" charset="0"/>
              </a:rPr>
              <a:t>Developing  </a:t>
            </a:r>
            <a:r>
              <a:rPr lang="en-US" altLang="en-IN" sz="3500" b="1" dirty="0">
                <a:latin typeface="Times New Roman" panose="02020603050405020304" pitchFamily="18" charset="0"/>
                <a:cs typeface="Times New Roman" panose="02020603050405020304" pitchFamily="18" charset="0"/>
              </a:rPr>
              <a:t>Web </a:t>
            </a:r>
            <a:r>
              <a:rPr lang="en-IN" sz="3500" b="1" dirty="0">
                <a:latin typeface="Times New Roman" panose="02020603050405020304" pitchFamily="18" charset="0"/>
                <a:cs typeface="Times New Roman" panose="02020603050405020304" pitchFamily="18" charset="0"/>
              </a:rPr>
              <a:t>App For </a:t>
            </a:r>
            <a:r>
              <a:rPr lang="en-US" altLang="en-IN" sz="3500" b="1" dirty="0">
                <a:latin typeface="Times New Roman" panose="02020603050405020304" pitchFamily="18" charset="0"/>
                <a:cs typeface="Times New Roman" panose="02020603050405020304" pitchFamily="18" charset="0"/>
              </a:rPr>
              <a:t>Detecting Malaria </a:t>
            </a:r>
            <a:r>
              <a:rPr lang="en-IN" sz="3500" b="1" dirty="0">
                <a:latin typeface="Times New Roman" panose="02020603050405020304" pitchFamily="18" charset="0"/>
                <a:cs typeface="Times New Roman" panose="02020603050405020304" pitchFamily="18" charset="0"/>
              </a:rPr>
              <a:t> With Microscopic Blood Image</a:t>
            </a:r>
            <a:r>
              <a:rPr lang="en-US" altLang="en-IN" sz="3500" b="1" dirty="0">
                <a:latin typeface="Times New Roman" panose="02020603050405020304" pitchFamily="18" charset="0"/>
                <a:cs typeface="Times New Roman" panose="02020603050405020304" pitchFamily="18" charset="0"/>
              </a:rPr>
              <a:t>s</a:t>
            </a:r>
            <a:r>
              <a:rPr lang="en-IN" sz="3500" b="1" dirty="0">
                <a:latin typeface="Times New Roman" panose="02020603050405020304" pitchFamily="18" charset="0"/>
                <a:cs typeface="Times New Roman" panose="02020603050405020304" pitchFamily="18" charset="0"/>
              </a:rPr>
              <a:t> </a:t>
            </a:r>
            <a:r>
              <a:rPr lang="en-US" altLang="en-IN" sz="3500" b="1" dirty="0">
                <a:latin typeface="Times New Roman" panose="02020603050405020304" pitchFamily="18" charset="0"/>
                <a:cs typeface="Times New Roman" panose="02020603050405020304" pitchFamily="18" charset="0"/>
              </a:rPr>
              <a:t>Using</a:t>
            </a:r>
            <a:r>
              <a:rPr lang="en-IN" sz="3500" b="1" dirty="0">
                <a:latin typeface="Times New Roman" panose="02020603050405020304" pitchFamily="18" charset="0"/>
                <a:cs typeface="Times New Roman" panose="02020603050405020304" pitchFamily="18" charset="0"/>
              </a:rPr>
              <a:t> </a:t>
            </a:r>
            <a:r>
              <a:rPr lang="en-IN" sz="3500" b="1" dirty="0" err="1">
                <a:latin typeface="Times New Roman" panose="02020603050405020304" pitchFamily="18" charset="0"/>
                <a:cs typeface="Times New Roman" panose="02020603050405020304" pitchFamily="18" charset="0"/>
              </a:rPr>
              <a:t>Yolo</a:t>
            </a:r>
            <a:r>
              <a:rPr lang="en-IN" sz="3500" b="1" dirty="0">
                <a:latin typeface="Times New Roman" panose="02020603050405020304" pitchFamily="18" charset="0"/>
                <a:cs typeface="Times New Roman" panose="02020603050405020304" pitchFamily="18" charset="0"/>
              </a:rPr>
              <a:t> Model</a:t>
            </a:r>
            <a:endParaRPr lang="en-IN" sz="35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039110" y="3566160"/>
            <a:ext cx="8256270" cy="1691640"/>
          </a:xfrm>
        </p:spPr>
        <p:txBody>
          <a:bodyPr>
            <a:noAutofit/>
          </a:bodyPr>
          <a:lstStyle/>
          <a:p>
            <a:r>
              <a:rPr lang="en-US" sz="2000" dirty="0">
                <a:latin typeface="Times New Roman" panose="02020603050405020304" pitchFamily="18" charset="0"/>
                <a:cs typeface="Times New Roman" panose="02020603050405020304" pitchFamily="18" charset="0"/>
              </a:rPr>
              <a:t>			   Guide   –   Krishna Kumar Singh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N190700 </a:t>
            </a:r>
            <a:r>
              <a:rPr lang="en-US" sz="2000" dirty="0">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rPr>
              <a:t>P.C.Avinash kumar Reddy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N190684 – Mandem Shakunthala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N190660 – Padala Sai Bhavani</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N190641 – Bollineni Sirisha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N190686 – Kasimsetti Mahesh</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3" name="Content Placeholder 2"/>
          <p:cNvSpPr>
            <a:spLocks noGrp="1"/>
          </p:cNvSpPr>
          <p:nvPr>
            <p:ph idx="1"/>
          </p:nvPr>
        </p:nvSpPr>
        <p:spPr>
          <a:xfrm>
            <a:off x="838200" y="1386205"/>
            <a:ext cx="10515600" cy="5273675"/>
          </a:xfrm>
        </p:spPr>
        <p:txBody>
          <a:bodyPr>
            <a:normAutofit fontScale="82500" lnSpcReduction="20000"/>
          </a:bodyPr>
          <a:lstStyle/>
          <a:p>
            <a:r>
              <a:rPr lang="en-US" dirty="0"/>
              <a:t>Abstract</a:t>
            </a:r>
            <a:endParaRPr lang="en-US" dirty="0"/>
          </a:p>
          <a:p>
            <a:r>
              <a:rPr lang="en-US" dirty="0"/>
              <a:t>Objective</a:t>
            </a:r>
            <a:endParaRPr lang="en-US" dirty="0"/>
          </a:p>
          <a:p>
            <a:r>
              <a:rPr lang="en-US" dirty="0"/>
              <a:t>Introduction</a:t>
            </a:r>
            <a:endParaRPr lang="en-US" dirty="0"/>
          </a:p>
          <a:p>
            <a:pPr marL="0" indent="0">
              <a:buNone/>
            </a:pPr>
            <a:r>
              <a:rPr lang="en-US" dirty="0"/>
              <a:t>    - What is Malaria?</a:t>
            </a:r>
            <a:endParaRPr lang="en-US" dirty="0"/>
          </a:p>
          <a:p>
            <a:r>
              <a:rPr lang="en-US" dirty="0"/>
              <a:t>YOLO</a:t>
            </a:r>
            <a:endParaRPr lang="en-US" dirty="0"/>
          </a:p>
          <a:p>
            <a:r>
              <a:rPr lang="en-US" dirty="0">
                <a:sym typeface="+mn-ea"/>
              </a:rPr>
              <a:t>Model Architecture</a:t>
            </a:r>
            <a:endParaRPr lang="en-US" dirty="0"/>
          </a:p>
          <a:p>
            <a:r>
              <a:rPr lang="en-US" dirty="0"/>
              <a:t>Dataset</a:t>
            </a:r>
            <a:endParaRPr lang="en-US" dirty="0"/>
          </a:p>
          <a:p>
            <a:pPr marL="0" indent="0">
              <a:buNone/>
            </a:pPr>
            <a:r>
              <a:rPr lang="en-US" dirty="0"/>
              <a:t>    - Dataset and Results File Structure</a:t>
            </a:r>
            <a:endParaRPr lang="en-US" dirty="0"/>
          </a:p>
          <a:p>
            <a:r>
              <a:rPr lang="en-US" dirty="0"/>
              <a:t>Python Implementation</a:t>
            </a:r>
            <a:endParaRPr lang="en-US" dirty="0"/>
          </a:p>
          <a:p>
            <a:r>
              <a:rPr lang="en-US" dirty="0"/>
              <a:t>Results and Performances</a:t>
            </a:r>
            <a:endParaRPr lang="en-US" dirty="0"/>
          </a:p>
          <a:p>
            <a:r>
              <a:rPr lang="en-US" dirty="0"/>
              <a:t>Streamlit Application</a:t>
            </a:r>
            <a:endParaRPr lang="en-US" dirty="0"/>
          </a:p>
          <a:p>
            <a:r>
              <a:rPr lang="en-US" dirty="0"/>
              <a:t>Challenges and Solutions</a:t>
            </a:r>
            <a:endParaRPr lang="en-US" dirty="0"/>
          </a:p>
          <a:p>
            <a:r>
              <a:rPr lang="en-US" dirty="0"/>
              <a:t>Conclusion Future Work </a:t>
            </a:r>
            <a:endParaRPr lang="en-US" dirty="0"/>
          </a:p>
          <a:p>
            <a:r>
              <a:rPr lang="en-US" dirty="0"/>
              <a:t>References</a:t>
            </a:r>
            <a:endParaRPr lang="en-US" dirty="0"/>
          </a:p>
          <a:p>
            <a:endParaRPr lang="en-US" dirty="0"/>
          </a:p>
          <a:p>
            <a:endParaRPr lang="en-US" dirty="0"/>
          </a:p>
          <a:p>
            <a:endParaRPr lang="en-US" dirty="0"/>
          </a:p>
          <a:p>
            <a:endParaRPr lang="en-US"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Abstract</a:t>
            </a:r>
            <a:endParaRPr lang="en-US" b="1" dirty="0"/>
          </a:p>
        </p:txBody>
      </p:sp>
      <p:sp>
        <p:nvSpPr>
          <p:cNvPr id="3" name="Content Placeholder 2"/>
          <p:cNvSpPr>
            <a:spLocks noGrp="1"/>
          </p:cNvSpPr>
          <p:nvPr>
            <p:ph idx="1"/>
          </p:nvPr>
        </p:nvSpPr>
        <p:spPr/>
        <p:txBody>
          <a:bodyPr>
            <a:normAutofit/>
          </a:bodyPr>
          <a:lstStyle/>
          <a:p>
            <a:r>
              <a:rPr lang="en-US" sz="2400">
                <a:latin typeface="Times New Roman" panose="02020603050405020304" pitchFamily="18" charset="0"/>
                <a:cs typeface="Times New Roman" panose="02020603050405020304" pitchFamily="18" charset="0"/>
                <a:sym typeface="+mn-ea"/>
              </a:rPr>
              <a:t>Malaria is a deadly syndrome formed by the Plasmodium parasite that spreads through the bite of infected Anopheles mosquitoes. There are several drugs to cure malaria but its diagnosis is still tedious, time-consuming and costly.  Although  the existing equipment for detecting malaria gives high accuracy, those are costlier. </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sym typeface="+mn-ea"/>
              </a:rPr>
              <a:t>Keeping this issue in view we used Pretrained YOLO model where the blood smear images are used for training which could be incorporated in an web app. The outcome reveals that the proposed model gives 94% accuracy.</a:t>
            </a:r>
            <a:endParaRPr lang="en-US" sz="2400">
              <a:latin typeface="Times New Roman" panose="02020603050405020304" pitchFamily="18" charset="0"/>
              <a:cs typeface="Times New Roman" panose="02020603050405020304" pitchFamily="18" charset="0"/>
              <a:sym typeface="+mn-ea"/>
            </a:endParaRPr>
          </a:p>
          <a:p>
            <a:endParaRPr lang="en-US" sz="2400">
              <a:latin typeface="Times New Roman" panose="02020603050405020304" pitchFamily="18" charset="0"/>
              <a:cs typeface="Times New Roman" panose="02020603050405020304" pitchFamily="18" charset="0"/>
              <a:sym typeface="+mn-ea"/>
            </a:endParaRPr>
          </a:p>
          <a:p>
            <a:r>
              <a:rPr lang="en-US" sz="2400" dirty="0">
                <a:latin typeface="Times New Roman" panose="02020603050405020304" pitchFamily="18" charset="0"/>
                <a:cs typeface="Times New Roman" panose="02020603050405020304" pitchFamily="18" charset="0"/>
                <a:sym typeface="+mn-ea"/>
              </a:rPr>
              <a:t> Our results show the YOLO model effectively identifies malaria infected and uninfected blood cells in microscopic images.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7"/>
            <a:ext cx="10515600" cy="4486275"/>
          </a:xfrm>
        </p:spPr>
        <p:txBody>
          <a:bodyPr>
            <a:noAutofit/>
          </a:bodyPr>
          <a:lstStyle/>
          <a:p>
            <a:r>
              <a:rPr lang="en-US" sz="2400">
                <a:sym typeface="+mn-ea"/>
              </a:rPr>
              <a:t>The goal of this project is to detect the malaria in microscopic blood smear images distinguishing between two classes:</a:t>
            </a:r>
            <a:endParaRPr lang="en-US" sz="2400">
              <a:sym typeface="+mn-ea"/>
            </a:endParaRPr>
          </a:p>
          <a:p>
            <a:pPr marL="0" indent="0">
              <a:buNone/>
            </a:pPr>
            <a:endParaRPr lang="en-US" sz="2400">
              <a:sym typeface="+mn-ea"/>
            </a:endParaRPr>
          </a:p>
          <a:p>
            <a:r>
              <a:rPr lang="en-US" sz="2400" b="1">
                <a:sym typeface="+mn-ea"/>
              </a:rPr>
              <a:t>Uninfected Cells</a:t>
            </a:r>
            <a:r>
              <a:rPr lang="en-US" sz="2400">
                <a:sym typeface="+mn-ea"/>
              </a:rPr>
              <a:t>: Healthy red blood cells without malaria infection.</a:t>
            </a:r>
            <a:endParaRPr lang="en-US" sz="2400">
              <a:sym typeface="+mn-ea"/>
            </a:endParaRPr>
          </a:p>
          <a:p>
            <a:r>
              <a:rPr lang="en-US" altLang="en-US" sz="2400" b="1">
                <a:sym typeface="+mn-ea"/>
              </a:rPr>
              <a:t>Infected</a:t>
            </a:r>
            <a:r>
              <a:rPr lang="en-US" sz="2400" b="1">
                <a:sym typeface="+mn-ea"/>
              </a:rPr>
              <a:t> Cells</a:t>
            </a:r>
            <a:r>
              <a:rPr lang="en-US" sz="2400">
                <a:sym typeface="+mn-ea"/>
              </a:rPr>
              <a:t>: Red blood cells infected with Plasmodium parasites.</a:t>
            </a:r>
            <a:endParaRPr lang="en-US" sz="2400">
              <a:sym typeface="+mn-ea"/>
            </a:endParaRPr>
          </a:p>
          <a:p>
            <a:pPr marL="0" indent="0">
              <a:buNone/>
            </a:pPr>
            <a:endParaRPr lang="en-US" sz="2400"/>
          </a:p>
          <a:p>
            <a:r>
              <a:rPr lang="en-US" sz="2400">
                <a:sym typeface="+mn-ea"/>
              </a:rPr>
              <a:t>Developing a portable web app for ease of availability for the comman poeple.</a:t>
            </a:r>
            <a:endParaRPr lang="en-US" sz="2400"/>
          </a:p>
          <a:p>
            <a:endParaRPr lang="en-US" sz="2400"/>
          </a:p>
          <a:p>
            <a:endParaRPr lang="en-US" sz="2400"/>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250440"/>
            <a:ext cx="10515600" cy="3926840"/>
          </a:xfrm>
        </p:spPr>
        <p:txBody>
          <a:bodyPr>
            <a:normAutofit lnSpcReduction="10000"/>
          </a:bodyPr>
          <a:lstStyle/>
          <a:p>
            <a:r>
              <a:rPr lang="en-US" sz="2400" dirty="0"/>
              <a:t>YOLO (You Only Look Once) is a object detector that uses a convolutional neural network (CNN) to predict the bounding boxes and class probabilities of objects in input images [2] . </a:t>
            </a:r>
            <a:endParaRPr lang="en-US" sz="2400" dirty="0"/>
          </a:p>
          <a:p>
            <a:pPr marL="0" indent="0">
              <a:buNone/>
            </a:pPr>
            <a:endParaRPr lang="en-US" sz="2400" dirty="0"/>
          </a:p>
          <a:p>
            <a:r>
              <a:rPr lang="en-US" sz="2400">
                <a:sym typeface="+mn-ea"/>
              </a:rPr>
              <a:t>This project focuses on the detecting of malaria for the microscopic blood cell images. Malaria, a life-threatening disease caused by Plasmodium parasites, is a major global health concern[4].</a:t>
            </a:r>
            <a:endParaRPr lang="en-US" sz="2400"/>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 y="162045"/>
            <a:ext cx="11018520" cy="1342664"/>
          </a:xfrm>
        </p:spPr>
        <p:txBody>
          <a:bodyPr>
            <a:normAutofit/>
          </a:bodyPr>
          <a:lstStyle/>
          <a:p>
            <a:r>
              <a:rPr lang="en-US" b="1" dirty="0">
                <a:latin typeface="Times New Roman" panose="02020603050405020304" pitchFamily="18" charset="0"/>
                <a:cs typeface="Times New Roman" panose="02020603050405020304" pitchFamily="18" charset="0"/>
              </a:rPr>
              <a:t>What is Malaria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7645" y="1401445"/>
            <a:ext cx="8037830" cy="4775200"/>
          </a:xfrm>
        </p:spPr>
        <p:txBody>
          <a:bodyPr>
            <a:noAutofit/>
          </a:bodyPr>
          <a:lstStyle/>
          <a:p>
            <a:pPr marL="0" indent="0">
              <a:buNone/>
            </a:pPr>
            <a:r>
              <a:rPr lang="en-US" sz="2000" b="1">
                <a:sym typeface="+mn-ea"/>
              </a:rPr>
              <a:t>Malaria:</a:t>
            </a:r>
            <a:endParaRPr lang="en-US" sz="2000" b="1"/>
          </a:p>
          <a:p>
            <a:pPr marL="0" indent="0">
              <a:buNone/>
            </a:pPr>
            <a:r>
              <a:rPr lang="en-US" sz="2000">
                <a:sym typeface="+mn-ea"/>
              </a:rPr>
              <a:t>     Malaria is a potentially life-threatening disease caused by Plasmodium parasites, which are transmitted to   humans through the bites of infected female Anopheles mosquitoes [4]. </a:t>
            </a:r>
            <a:endParaRPr lang="en-US" sz="2000">
              <a:sym typeface="+mn-ea"/>
            </a:endParaRPr>
          </a:p>
          <a:p>
            <a:pPr marL="0" indent="0">
              <a:buNone/>
            </a:pPr>
            <a:endParaRPr lang="en-US" sz="2000"/>
          </a:p>
          <a:p>
            <a:pPr marL="0" indent="0">
              <a:buNone/>
            </a:pPr>
            <a:r>
              <a:rPr lang="en-US" sz="2000" b="1">
                <a:sym typeface="+mn-ea"/>
              </a:rPr>
              <a:t>Causes:</a:t>
            </a:r>
            <a:endParaRPr lang="en-US" sz="2000" b="1"/>
          </a:p>
          <a:p>
            <a:pPr marL="0" indent="0">
              <a:buNone/>
            </a:pPr>
            <a:r>
              <a:rPr lang="en-US" sz="2000" u="sng">
                <a:sym typeface="+mn-ea"/>
              </a:rPr>
              <a:t>Parasites</a:t>
            </a:r>
            <a:r>
              <a:rPr lang="en-US" sz="2000">
                <a:sym typeface="+mn-ea"/>
              </a:rPr>
              <a:t>: Malaria is caused by Plasmodium parasites. The most deadly species is Plasmodium falciparum.</a:t>
            </a:r>
            <a:endParaRPr lang="en-US" sz="2000"/>
          </a:p>
          <a:p>
            <a:pPr marL="0" indent="0">
              <a:buNone/>
            </a:pPr>
            <a:r>
              <a:rPr lang="en-US" sz="2000" u="sng">
                <a:sym typeface="+mn-ea"/>
              </a:rPr>
              <a:t>Transmission</a:t>
            </a:r>
            <a:r>
              <a:rPr lang="en-US" sz="2000">
                <a:sym typeface="+mn-ea"/>
              </a:rPr>
              <a:t>: The primary mode of transmission is through the bite of an infected Anopheles mosquito.</a:t>
            </a:r>
            <a:endParaRPr lang="en-US" sz="2000"/>
          </a:p>
          <a:p>
            <a:pPr marL="0" indent="0">
              <a:buNone/>
            </a:pPr>
            <a:endParaRPr lang="en-US" sz="2000"/>
          </a:p>
          <a:p>
            <a:pPr marL="0" indent="0">
              <a:buNone/>
            </a:pPr>
            <a:r>
              <a:rPr lang="en-US" sz="2000" b="1">
                <a:sym typeface="+mn-ea"/>
              </a:rPr>
              <a:t>Symptoms:</a:t>
            </a:r>
            <a:endParaRPr lang="en-US" sz="2000" b="1"/>
          </a:p>
          <a:p>
            <a:pPr marL="0" indent="0">
              <a:buNone/>
            </a:pPr>
            <a:r>
              <a:rPr lang="en-US" sz="2000">
                <a:sym typeface="+mn-ea"/>
              </a:rPr>
              <a:t>        Fever, headache, sweats, fatigue, nausea, and vomiting. These symptoms typically appear 10–15 days after the mosquito bite.</a:t>
            </a:r>
            <a:endParaRPr lang="en-US" sz="2000"/>
          </a:p>
          <a:p>
            <a:pPr marL="0" indent="0">
              <a:buNone/>
            </a:pPr>
            <a:endParaRPr lang="en-US" altLang="en-US" sz="2000"/>
          </a:p>
          <a:p>
            <a:endParaRPr lang="en-IN" sz="2000" dirty="0">
              <a:latin typeface="Times New Roman" panose="02020603050405020304" pitchFamily="18" charset="0"/>
              <a:cs typeface="Times New Roman" panose="02020603050405020304" pitchFamily="18" charset="0"/>
            </a:endParaRPr>
          </a:p>
        </p:txBody>
      </p:sp>
      <p:pic>
        <p:nvPicPr>
          <p:cNvPr id="4" name="Picture 3" descr="uninf"/>
          <p:cNvPicPr>
            <a:picLocks noChangeAspect="1"/>
          </p:cNvPicPr>
          <p:nvPr/>
        </p:nvPicPr>
        <p:blipFill>
          <a:blip r:embed="rId1"/>
          <a:stretch>
            <a:fillRect/>
          </a:stretch>
        </p:blipFill>
        <p:spPr>
          <a:xfrm>
            <a:off x="8394065" y="1084580"/>
            <a:ext cx="2813050" cy="1612900"/>
          </a:xfrm>
          <a:prstGeom prst="rect">
            <a:avLst/>
          </a:prstGeom>
        </p:spPr>
      </p:pic>
      <p:sp>
        <p:nvSpPr>
          <p:cNvPr id="6" name="Text Box 5"/>
          <p:cNvSpPr txBox="1"/>
          <p:nvPr/>
        </p:nvSpPr>
        <p:spPr>
          <a:xfrm>
            <a:off x="8938895" y="2813685"/>
            <a:ext cx="2269490" cy="397510"/>
          </a:xfrm>
          <a:prstGeom prst="rect">
            <a:avLst/>
          </a:prstGeom>
          <a:noFill/>
        </p:spPr>
        <p:txBody>
          <a:bodyPr wrap="square" rtlCol="0">
            <a:noAutofit/>
          </a:bodyPr>
          <a:p>
            <a:r>
              <a:rPr lang="en-US" altLang="en-GB"/>
              <a:t>Infected Image</a:t>
            </a:r>
            <a:endParaRPr lang="en-US" altLang="en-GB"/>
          </a:p>
        </p:txBody>
      </p:sp>
      <p:sp>
        <p:nvSpPr>
          <p:cNvPr id="7" name="Text Box 6"/>
          <p:cNvSpPr txBox="1"/>
          <p:nvPr/>
        </p:nvSpPr>
        <p:spPr>
          <a:xfrm>
            <a:off x="8938895" y="5413375"/>
            <a:ext cx="2268220" cy="494665"/>
          </a:xfrm>
          <a:prstGeom prst="rect">
            <a:avLst/>
          </a:prstGeom>
          <a:noFill/>
        </p:spPr>
        <p:txBody>
          <a:bodyPr wrap="square" rtlCol="0" anchor="t">
            <a:noAutofit/>
          </a:bodyPr>
          <a:p>
            <a:r>
              <a:rPr lang="en-US" altLang="en-GB">
                <a:sym typeface="+mn-ea"/>
              </a:rPr>
              <a:t>Uninfected Image</a:t>
            </a:r>
            <a:endParaRPr lang="en-US" altLang="en-GB">
              <a:sym typeface="+mn-ea"/>
            </a:endParaRPr>
          </a:p>
        </p:txBody>
      </p:sp>
      <p:pic>
        <p:nvPicPr>
          <p:cNvPr id="8" name="Picture 7" descr="un1"/>
          <p:cNvPicPr>
            <a:picLocks noChangeAspect="1"/>
          </p:cNvPicPr>
          <p:nvPr/>
        </p:nvPicPr>
        <p:blipFill>
          <a:blip r:embed="rId2"/>
          <a:stretch>
            <a:fillRect/>
          </a:stretch>
        </p:blipFill>
        <p:spPr>
          <a:xfrm>
            <a:off x="8394065" y="3575050"/>
            <a:ext cx="2813050" cy="15976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YOLO (You Only Look Once)[2]</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978025"/>
            <a:ext cx="10515600" cy="4351338"/>
          </a:xfrm>
        </p:spPr>
        <p:txBody>
          <a:bodyPr>
            <a:noAutofit/>
          </a:bodyPr>
          <a:lstStyle/>
          <a:p>
            <a:r>
              <a:rPr lang="en-US" sz="2400" dirty="0">
                <a:latin typeface="Times New Roman" panose="02020603050405020304" pitchFamily="18" charset="0"/>
                <a:cs typeface="Times New Roman" panose="02020603050405020304" pitchFamily="18" charset="0"/>
              </a:rPr>
              <a:t>For the object detection in deep learning applications, we can employ the YOLO (You Only Look Once) algorithm.</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refers to a class of algorithms based on artificial neural networks that are optimized to work with unstructured data such as images, voice, videos, and text.</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provides accurate results and we can easily train and test the model and it also provide various matrix like confusion matrix </a:t>
            </a:r>
            <a:r>
              <a:rPr lang="en-US" sz="2400" dirty="0" err="1">
                <a:latin typeface="Times New Roman" panose="02020603050405020304" pitchFamily="18" charset="0"/>
                <a:cs typeface="Times New Roman" panose="02020603050405020304" pitchFamily="18" charset="0"/>
              </a:rPr>
              <a:t>defaultly</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We use Yolov8 version in this project and it accepts the data in .</a:t>
            </a:r>
            <a:r>
              <a:rPr lang="en-US" sz="2400" dirty="0" err="1">
                <a:latin typeface="Times New Roman" panose="02020603050405020304" pitchFamily="18" charset="0"/>
                <a:cs typeface="Times New Roman" panose="02020603050405020304" pitchFamily="18" charset="0"/>
              </a:rPr>
              <a:t>yaml</a:t>
            </a:r>
            <a:r>
              <a:rPr lang="en-US" sz="2400" dirty="0">
                <a:latin typeface="Times New Roman" panose="02020603050405020304" pitchFamily="18" charset="0"/>
                <a:cs typeface="Times New Roman" panose="02020603050405020304" pitchFamily="18" charset="0"/>
              </a:rPr>
              <a:t> form.</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Yolov8 has </a:t>
            </a:r>
            <a:r>
              <a:rPr lang="en-US" sz="2400" dirty="0" err="1">
                <a:latin typeface="Times New Roman" panose="02020603050405020304" pitchFamily="18" charset="0"/>
                <a:cs typeface="Times New Roman" panose="02020603050405020304" pitchFamily="18" charset="0"/>
              </a:rPr>
              <a:t>defaultly</a:t>
            </a:r>
            <a:r>
              <a:rPr lang="en-US" sz="2400" dirty="0">
                <a:latin typeface="Times New Roman" panose="02020603050405020304" pitchFamily="18" charset="0"/>
                <a:cs typeface="Times New Roman" panose="02020603050405020304" pitchFamily="18" charset="0"/>
              </a:rPr>
              <a:t> detect the 80 different objects.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838200" y="490220"/>
            <a:ext cx="10515600" cy="5686425"/>
          </a:xfrm>
        </p:spPr>
        <p:txBody>
          <a:bodyPr>
            <a:noAutofit/>
          </a:bodyPr>
          <a:lstStyle/>
          <a:p>
            <a:r>
              <a:rPr lang="en-US" sz="2600" dirty="0">
                <a:latin typeface="Times New Roman" panose="02020603050405020304" pitchFamily="18" charset="0"/>
                <a:cs typeface="Times New Roman" panose="02020603050405020304" pitchFamily="18" charset="0"/>
              </a:rPr>
              <a:t>To detect Malaria using the YOLO model, collect and annotate a large dataset of blood cell images, marking the locations and types </a:t>
            </a:r>
            <a:r>
              <a:rPr lang="en-US" altLang="en-GB" sz="2600" dirty="0">
                <a:latin typeface="Times New Roman" panose="02020603050405020304" pitchFamily="18" charset="0"/>
                <a:cs typeface="Times New Roman" panose="02020603050405020304" pitchFamily="18" charset="0"/>
              </a:rPr>
              <a:t>uninfected cells (RBCs and leukocytes),four classes of infected cells (rings, trophozoites,gametocyte and schizonts) andsome cells as difficult if not clearly in one of the cell classes</a:t>
            </a:r>
            <a:r>
              <a:rPr lang="en-US"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0" indent="0">
              <a:buNone/>
            </a:pPr>
            <a:endParaRPr lang="en-US" sz="2600" dirty="0"/>
          </a:p>
          <a:p>
            <a:r>
              <a:rPr lang="en-US" sz="2600" dirty="0"/>
              <a:t>We replace the our dataset and train the model for detection of 6 classes (</a:t>
            </a:r>
            <a:r>
              <a:rPr lang="en-US" sz="2600" dirty="0" err="1"/>
              <a:t>i.e</a:t>
            </a:r>
            <a:r>
              <a:rPr lang="en-US" sz="2600" dirty="0"/>
              <a:t>, </a:t>
            </a:r>
            <a:r>
              <a:rPr lang="en-US" altLang="en-GB" sz="2600" dirty="0">
                <a:latin typeface="Times New Roman" panose="02020603050405020304" pitchFamily="18" charset="0"/>
                <a:cs typeface="Times New Roman" panose="02020603050405020304" pitchFamily="18" charset="0"/>
                <a:sym typeface="+mn-ea"/>
              </a:rPr>
              <a:t>RBCs,leukocytes,rings, trophozoites,schizonts and </a:t>
            </a:r>
            <a:r>
              <a:rPr lang="en-US" altLang="en-GB" sz="2600" dirty="0">
                <a:latin typeface="Times New Roman" panose="02020603050405020304" pitchFamily="18" charset="0"/>
                <a:cs typeface="Times New Roman" panose="02020603050405020304" pitchFamily="18" charset="0"/>
                <a:sym typeface="+mn-ea"/>
              </a:rPr>
              <a:t>gametocyte</a:t>
            </a:r>
            <a:r>
              <a:rPr lang="en-US" altLang="en-GB" sz="2600" dirty="0">
                <a:latin typeface="Times New Roman" panose="02020603050405020304" pitchFamily="18" charset="0"/>
                <a:cs typeface="Times New Roman" panose="02020603050405020304" pitchFamily="18" charset="0"/>
                <a:sym typeface="+mn-ea"/>
              </a:rPr>
              <a:t> cells</a:t>
            </a:r>
            <a:r>
              <a:rPr lang="en-US" sz="2600" dirty="0"/>
              <a:t>).</a:t>
            </a:r>
            <a:endParaRPr lang="en-US" sz="2600" dirty="0"/>
          </a:p>
          <a:p>
            <a:endParaRPr lang="en-US" sz="2600" dirty="0"/>
          </a:p>
        </p:txBody>
      </p:sp>
      <p:sp>
        <p:nvSpPr>
          <p:cNvPr id="7" name="TextBox 6"/>
          <p:cNvSpPr txBox="1"/>
          <p:nvPr/>
        </p:nvSpPr>
        <p:spPr>
          <a:xfrm>
            <a:off x="1932305" y="5782310"/>
            <a:ext cx="3561080" cy="645160"/>
          </a:xfrm>
          <a:prstGeom prst="rect">
            <a:avLst/>
          </a:prstGeom>
          <a:noFill/>
        </p:spPr>
        <p:txBody>
          <a:bodyPr wrap="square" rtlCol="0">
            <a:spAutoFit/>
          </a:bodyPr>
          <a:lstStyle/>
          <a:p>
            <a:r>
              <a:rPr lang="en-US" dirty="0"/>
              <a:t> Microscopic blood image</a:t>
            </a:r>
            <a:endParaRPr lang="en-US" dirty="0"/>
          </a:p>
          <a:p>
            <a:r>
              <a:rPr lang="en-US" dirty="0"/>
              <a:t>Before detection by YOLO model</a:t>
            </a:r>
            <a:endParaRPr lang="en-IN" dirty="0"/>
          </a:p>
        </p:txBody>
      </p:sp>
      <p:sp>
        <p:nvSpPr>
          <p:cNvPr id="8" name="TextBox 7"/>
          <p:cNvSpPr txBox="1"/>
          <p:nvPr/>
        </p:nvSpPr>
        <p:spPr>
          <a:xfrm>
            <a:off x="6080125" y="5782310"/>
            <a:ext cx="3986530" cy="797560"/>
          </a:xfrm>
          <a:prstGeom prst="rect">
            <a:avLst/>
          </a:prstGeom>
          <a:noFill/>
        </p:spPr>
        <p:txBody>
          <a:bodyPr wrap="square" rtlCol="0">
            <a:noAutofit/>
          </a:bodyPr>
          <a:lstStyle/>
          <a:p>
            <a:r>
              <a:rPr lang="en-US" dirty="0"/>
              <a:t>Microscopic blood image</a:t>
            </a:r>
            <a:endParaRPr lang="en-US" dirty="0"/>
          </a:p>
          <a:p>
            <a:r>
              <a:rPr lang="en-US" dirty="0"/>
              <a:t>after detection byYOLO model</a:t>
            </a:r>
            <a:endParaRPr lang="en-IN" dirty="0"/>
          </a:p>
        </p:txBody>
      </p:sp>
      <p:pic>
        <p:nvPicPr>
          <p:cNvPr id="4" name="Picture 3" descr="un1"/>
          <p:cNvPicPr>
            <a:picLocks noChangeAspect="1"/>
          </p:cNvPicPr>
          <p:nvPr/>
        </p:nvPicPr>
        <p:blipFill>
          <a:blip r:embed="rId1"/>
          <a:stretch>
            <a:fillRect/>
          </a:stretch>
        </p:blipFill>
        <p:spPr>
          <a:xfrm>
            <a:off x="1932305" y="3994150"/>
            <a:ext cx="2813050" cy="1597660"/>
          </a:xfrm>
          <a:prstGeom prst="rect">
            <a:avLst/>
          </a:prstGeom>
        </p:spPr>
      </p:pic>
      <p:pic>
        <p:nvPicPr>
          <p:cNvPr id="9" name="Picture 8" descr="unifected detect image"/>
          <p:cNvPicPr>
            <a:picLocks noChangeAspect="1"/>
          </p:cNvPicPr>
          <p:nvPr/>
        </p:nvPicPr>
        <p:blipFill>
          <a:blip r:embed="rId2"/>
          <a:stretch>
            <a:fillRect/>
          </a:stretch>
        </p:blipFill>
        <p:spPr>
          <a:xfrm>
            <a:off x="5918835" y="3928745"/>
            <a:ext cx="3003550" cy="18535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Model Architecture</a:t>
            </a:r>
            <a:endParaRPr lang="en-US" altLang="en-GB" b="1"/>
          </a:p>
        </p:txBody>
      </p:sp>
      <p:pic>
        <p:nvPicPr>
          <p:cNvPr id="9" name="Content Placeholder 4"/>
          <p:cNvPicPr>
            <a:picLocks noChangeAspect="1"/>
          </p:cNvPicPr>
          <p:nvPr/>
        </p:nvPicPr>
        <p:blipFill>
          <a:blip r:embed="rId1"/>
          <a:srcRect t="88755"/>
          <a:stretch>
            <a:fillRect/>
          </a:stretch>
        </p:blipFill>
        <p:spPr>
          <a:xfrm>
            <a:off x="692785" y="5935345"/>
            <a:ext cx="11069320" cy="617855"/>
          </a:xfrm>
          <a:prstGeom prst="rect">
            <a:avLst/>
          </a:prstGeom>
        </p:spPr>
      </p:pic>
      <p:pic>
        <p:nvPicPr>
          <p:cNvPr id="6" name="Content Placeholder 5"/>
          <p:cNvPicPr>
            <a:picLocks noChangeAspect="1"/>
          </p:cNvPicPr>
          <p:nvPr>
            <p:ph idx="1"/>
          </p:nvPr>
        </p:nvPicPr>
        <p:blipFill>
          <a:blip r:embed="rId2"/>
          <a:stretch>
            <a:fillRect/>
          </a:stretch>
        </p:blipFill>
        <p:spPr>
          <a:xfrm>
            <a:off x="838835" y="1324610"/>
            <a:ext cx="10356850" cy="4611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20" y="742950"/>
            <a:ext cx="10222865" cy="590550"/>
          </a:xfrm>
        </p:spPr>
        <p:txBody>
          <a:bodyPr>
            <a:noAutofit/>
          </a:bodyPr>
          <a:lstStyle/>
          <a:p>
            <a:r>
              <a:rPr lang="en-GB" b="1" dirty="0">
                <a:latin typeface="Times New Roman" panose="02020603050405020304" pitchFamily="18" charset="0"/>
                <a:cs typeface="Times New Roman" panose="02020603050405020304" pitchFamily="18" charset="0"/>
              </a:rPr>
              <a:t>Dataset</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32865"/>
            <a:ext cx="10515600" cy="5239385"/>
          </a:xfrm>
        </p:spPr>
        <p:txBody>
          <a:bodyPr>
            <a:normAutofit lnSpcReduction="10000"/>
          </a:bodyPr>
          <a:lstStyle/>
          <a:p>
            <a:r>
              <a:rPr lang="en-GB" sz="2400" dirty="0">
                <a:latin typeface="Times New Roman" panose="02020603050405020304" pitchFamily="18" charset="0"/>
                <a:cs typeface="Times New Roman" panose="02020603050405020304" pitchFamily="18" charset="0"/>
              </a:rPr>
              <a:t>For this project we found the dataset from the following link: </a:t>
            </a:r>
            <a:endParaRPr lang="en-GB" sz="2400" dirty="0">
              <a:latin typeface="Times New Roman" panose="02020603050405020304" pitchFamily="18" charset="0"/>
              <a:cs typeface="Times New Roman" panose="02020603050405020304" pitchFamily="18" charset="0"/>
            </a:endParaRPr>
          </a:p>
          <a:p>
            <a:pPr marL="0" indent="0">
              <a:buNone/>
            </a:pPr>
            <a:r>
              <a:rPr lang="en-US" altLang="en-US" sz="2400" b="1">
                <a:sym typeface="+mn-ea"/>
              </a:rPr>
              <a:t>   </a:t>
            </a:r>
            <a:r>
              <a:rPr lang="en-US" altLang="en-US" sz="2400" b="1">
                <a:sym typeface="+mn-ea"/>
                <a:hlinkClick r:id="rId1" action="ppaction://hlinkfile"/>
              </a:rPr>
              <a:t>https://www.kaggle.com/datasets/kmader/malaria-bounding-boxes</a:t>
            </a:r>
            <a:endParaRPr lang="en-US" altLang="en-US" sz="2400" b="1">
              <a:sym typeface="+mn-ea"/>
              <a:hlinkClick r:id="rId1" action="ppaction://hlinkfile"/>
            </a:endParaRPr>
          </a:p>
          <a:p>
            <a:pPr marL="0" indent="0">
              <a:buNone/>
            </a:pPr>
            <a:endParaRPr lang="en-US" altLang="en-US" sz="2400" b="1">
              <a:sym typeface="+mn-ea"/>
              <a:hlinkClick r:id="rId1" action="ppaction://hlinkfile"/>
            </a:endParaRPr>
          </a:p>
          <a:p>
            <a:r>
              <a:rPr lang="en-US" altLang="en-US" sz="2400">
                <a:sym typeface="+mn-ea"/>
              </a:rPr>
              <a:t>The dataset comprises a collection of labeled images depicting both uninfected and infected cells. Sourced from kagile Datasets, it contains a total of 1208 images.</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The dataset contain </a:t>
            </a:r>
            <a:r>
              <a:rPr lang="en-US" altLang="en-GB" sz="2400" dirty="0">
                <a:latin typeface="Times New Roman" panose="02020603050405020304" pitchFamily="18" charset="0"/>
                <a:cs typeface="Times New Roman" panose="02020603050405020304" pitchFamily="18" charset="0"/>
              </a:rPr>
              <a:t>1600X1200</a:t>
            </a:r>
            <a:r>
              <a:rPr lang="en-GB" sz="2400" dirty="0">
                <a:latin typeface="Times New Roman" panose="02020603050405020304" pitchFamily="18" charset="0"/>
                <a:cs typeface="Times New Roman" panose="02020603050405020304" pitchFamily="18" charset="0"/>
              </a:rPr>
              <a:t> </a:t>
            </a:r>
            <a:r>
              <a:rPr lang="en-US" altLang="en-GB" sz="2400" dirty="0">
                <a:latin typeface="Times New Roman" panose="02020603050405020304" pitchFamily="18" charset="0"/>
                <a:cs typeface="Times New Roman" panose="02020603050405020304" pitchFamily="18" charset="0"/>
              </a:rPr>
              <a:t>pixels </a:t>
            </a:r>
            <a:r>
              <a:rPr lang="en-GB" sz="2400" dirty="0">
                <a:latin typeface="Times New Roman" panose="02020603050405020304" pitchFamily="18" charset="0"/>
                <a:cs typeface="Times New Roman" panose="02020603050405020304" pitchFamily="18" charset="0"/>
              </a:rPr>
              <a:t>size of microscopic blood ima</a:t>
            </a:r>
            <a:r>
              <a:rPr lang="en-US" altLang="en-GB" sz="2400" dirty="0">
                <a:latin typeface="Times New Roman" panose="02020603050405020304" pitchFamily="18" charset="0"/>
                <a:cs typeface="Times New Roman" panose="02020603050405020304" pitchFamily="18" charset="0"/>
              </a:rPr>
              <a:t>ges</a:t>
            </a:r>
            <a:r>
              <a:rPr lang="en-GB" sz="2400" dirty="0">
                <a:latin typeface="Times New Roman" panose="02020603050405020304" pitchFamily="18" charset="0"/>
                <a:cs typeface="Times New Roman" panose="02020603050405020304" pitchFamily="18" charset="0"/>
              </a:rPr>
              <a:t>.</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Dataset is divided into </a:t>
            </a:r>
            <a:r>
              <a:rPr lang="en-US" altLang="en-GB" sz="2400" dirty="0">
                <a:latin typeface="Times New Roman" panose="02020603050405020304" pitchFamily="18" charset="0"/>
                <a:cs typeface="Times New Roman" panose="02020603050405020304" pitchFamily="18" charset="0"/>
              </a:rPr>
              <a:t>80% of </a:t>
            </a:r>
            <a:r>
              <a:rPr lang="en-GB" sz="2400" dirty="0">
                <a:latin typeface="Times New Roman" panose="02020603050405020304" pitchFamily="18" charset="0"/>
                <a:cs typeface="Times New Roman" panose="02020603050405020304" pitchFamily="18" charset="0"/>
              </a:rPr>
              <a:t>images</a:t>
            </a:r>
            <a:r>
              <a:rPr lang="en-US" altLang="en-GB" sz="2400" dirty="0">
                <a:latin typeface="Times New Roman" panose="02020603050405020304" pitchFamily="18" charset="0"/>
                <a:cs typeface="Times New Roman" panose="02020603050405020304" pitchFamily="18" charset="0"/>
              </a:rPr>
              <a:t>(966)</a:t>
            </a:r>
            <a:r>
              <a:rPr lang="en-GB" sz="2400" dirty="0">
                <a:latin typeface="Times New Roman" panose="02020603050405020304" pitchFamily="18" charset="0"/>
                <a:cs typeface="Times New Roman" panose="02020603050405020304" pitchFamily="18" charset="0"/>
              </a:rPr>
              <a:t> for train</a:t>
            </a:r>
            <a:r>
              <a:rPr lang="en-US" altLang="en-GB" sz="2400" dirty="0">
                <a:latin typeface="Times New Roman" panose="02020603050405020304" pitchFamily="18" charset="0"/>
                <a:cs typeface="Times New Roman" panose="02020603050405020304" pitchFamily="18" charset="0"/>
              </a:rPr>
              <a:t> and 20% of images(242)</a:t>
            </a:r>
            <a:r>
              <a:rPr lang="en-GB" sz="2400" dirty="0">
                <a:latin typeface="Times New Roman" panose="02020603050405020304" pitchFamily="18" charset="0"/>
                <a:cs typeface="Times New Roman" panose="02020603050405020304" pitchFamily="18" charset="0"/>
              </a:rPr>
              <a:t> for test.</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For each image in train and valid, we have annotation text file containing bounding box info and respective class (</a:t>
            </a:r>
            <a:r>
              <a:rPr lang="en-GB" sz="2400" dirty="0" err="1">
                <a:latin typeface="Times New Roman" panose="02020603050405020304" pitchFamily="18" charset="0"/>
                <a:cs typeface="Times New Roman" panose="02020603050405020304" pitchFamily="18" charset="0"/>
              </a:rPr>
              <a:t>i.e</a:t>
            </a:r>
            <a:r>
              <a:rPr lang="en-GB" sz="2400" dirty="0">
                <a:latin typeface="Times New Roman" panose="02020603050405020304" pitchFamily="18" charset="0"/>
                <a:cs typeface="Times New Roman" panose="02020603050405020304" pitchFamily="18" charset="0"/>
              </a:rPr>
              <a:t>, </a:t>
            </a:r>
            <a:r>
              <a:rPr lang="en-US" sz="2400" dirty="0">
                <a:sym typeface="+mn-ea"/>
              </a:rPr>
              <a:t> </a:t>
            </a:r>
            <a:r>
              <a:rPr lang="en-US" altLang="en-GB" sz="2400" dirty="0">
                <a:latin typeface="Times New Roman" panose="02020603050405020304" pitchFamily="18" charset="0"/>
                <a:cs typeface="Times New Roman" panose="02020603050405020304" pitchFamily="18" charset="0"/>
                <a:sym typeface="+mn-ea"/>
              </a:rPr>
              <a:t>RBCs,leukocytes,rings, trophozoites,schizonts and gametocyte cells</a:t>
            </a:r>
            <a:r>
              <a:rPr lang="en-GB" sz="2400" dirty="0">
                <a:latin typeface="Times New Roman" panose="02020603050405020304" pitchFamily="18" charset="0"/>
                <a:cs typeface="Times New Roman" panose="02020603050405020304" pitchFamily="18" charset="0"/>
              </a:rPr>
              <a:t>) in </a:t>
            </a:r>
            <a:r>
              <a:rPr lang="en-GB" sz="2400" dirty="0" err="1">
                <a:latin typeface="Times New Roman" panose="02020603050405020304" pitchFamily="18" charset="0"/>
                <a:cs typeface="Times New Roman" panose="02020603050405020304" pitchFamily="18" charset="0"/>
              </a:rPr>
              <a:t>yaml</a:t>
            </a:r>
            <a:r>
              <a:rPr lang="en-GB" sz="2400" dirty="0">
                <a:latin typeface="Times New Roman" panose="02020603050405020304" pitchFamily="18" charset="0"/>
                <a:cs typeface="Times New Roman" panose="02020603050405020304" pitchFamily="18" charset="0"/>
              </a:rPr>
              <a:t> format.</a:t>
            </a:r>
            <a:endParaRPr lang="en-GB"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a:t>
            </a:r>
            <a:r>
              <a:rPr lang="en-US" sz="2400" dirty="0" err="1">
                <a:latin typeface="Times New Roman" panose="02020603050405020304" pitchFamily="18" charset="0"/>
                <a:cs typeface="Times New Roman" panose="02020603050405020304" pitchFamily="18" charset="0"/>
              </a:rPr>
              <a:t>yaml</a:t>
            </a:r>
            <a:r>
              <a:rPr lang="en-US" sz="2400" dirty="0">
                <a:latin typeface="Times New Roman" panose="02020603050405020304" pitchFamily="18" charset="0"/>
                <a:cs typeface="Times New Roman" panose="02020603050405020304" pitchFamily="18" charset="0"/>
              </a:rPr>
              <a:t> the data in the form key-value pairs.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nvGraphicFramePr>
        <p:xfrm>
          <a:off x="257175" y="80645"/>
          <a:ext cx="5991225" cy="547751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TextBox 8"/>
          <p:cNvSpPr txBox="1"/>
          <p:nvPr/>
        </p:nvSpPr>
        <p:spPr>
          <a:xfrm>
            <a:off x="444500" y="5997575"/>
            <a:ext cx="5804535" cy="514985"/>
          </a:xfrm>
          <a:prstGeom prst="rect">
            <a:avLst/>
          </a:prstGeom>
          <a:noFill/>
        </p:spPr>
        <p:txBody>
          <a:bodyPr wrap="square" rtlCol="0">
            <a:noAutofit/>
          </a:bodyPr>
          <a:lstStyle/>
          <a:p>
            <a:r>
              <a:rPr lang="en-US" b="1" dirty="0"/>
              <a:t>When dataset is downloaded, the file structure is like this.</a:t>
            </a:r>
            <a:endParaRPr lang="en-US" b="1" dirty="0"/>
          </a:p>
        </p:txBody>
      </p:sp>
      <p:graphicFrame>
        <p:nvGraphicFramePr>
          <p:cNvPr id="10" name="Diagram 9"/>
          <p:cNvGraphicFramePr/>
          <p:nvPr/>
        </p:nvGraphicFramePr>
        <p:xfrm>
          <a:off x="7521575" y="719455"/>
          <a:ext cx="3209290" cy="48387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2" name="TextBox 11"/>
          <p:cNvSpPr txBox="1"/>
          <p:nvPr/>
        </p:nvSpPr>
        <p:spPr>
          <a:xfrm>
            <a:off x="7003415" y="5894705"/>
            <a:ext cx="4570095" cy="308610"/>
          </a:xfrm>
          <a:prstGeom prst="rect">
            <a:avLst/>
          </a:prstGeom>
          <a:noFill/>
        </p:spPr>
        <p:txBody>
          <a:bodyPr wrap="square" rtlCol="0">
            <a:noAutofit/>
          </a:bodyPr>
          <a:lstStyle/>
          <a:p>
            <a:r>
              <a:rPr lang="en-US" b="1" dirty="0"/>
              <a:t>After training of dataset, YOLO model creates above file structure.</a:t>
            </a:r>
            <a:endParaRPr lang="en-IN" b="1" dirty="0"/>
          </a:p>
        </p:txBody>
      </p:sp>
      <p:cxnSp>
        <p:nvCxnSpPr>
          <p:cNvPr id="14" name="Straight Connector 13"/>
          <p:cNvCxnSpPr/>
          <p:nvPr/>
        </p:nvCxnSpPr>
        <p:spPr>
          <a:xfrm>
            <a:off x="6535271" y="80682"/>
            <a:ext cx="0" cy="677731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Python Implementation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altLang="en-US" sz="2400" dirty="0">
                <a:latin typeface="Times New Roman" panose="02020603050405020304" pitchFamily="18" charset="0"/>
                <a:cs typeface="Times New Roman" panose="02020603050405020304" pitchFamily="18" charset="0"/>
                <a:hlinkClick r:id="rId1" action="ppaction://hlinkfile"/>
              </a:rPr>
              <a:t>https://colab.research.google.com/drive/1-fwF52QgI9HfNRBZCe5Cq-hgZMnLzVpZ?usp=sharing</a:t>
            </a:r>
            <a:endParaRPr lang="en-US" altLang="en-US" sz="2400" dirty="0">
              <a:latin typeface="Times New Roman" panose="02020603050405020304" pitchFamily="18" charset="0"/>
              <a:cs typeface="Times New Roman" panose="02020603050405020304" pitchFamily="18" charset="0"/>
              <a:hlinkClick r:id="rId1" action="ppaction://hlinkfile"/>
            </a:endParaRPr>
          </a:p>
          <a:p>
            <a:endParaRPr lang="en-US" alt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code mounts Google Drive to access the training data and installs the  </a:t>
            </a:r>
            <a:r>
              <a:rPr lang="en-US" sz="2400" dirty="0" err="1">
                <a:latin typeface="Times New Roman" panose="02020603050405020304" pitchFamily="18" charset="0"/>
                <a:cs typeface="Times New Roman" panose="02020603050405020304" pitchFamily="18" charset="0"/>
              </a:rPr>
              <a:t>ultralytics</a:t>
            </a:r>
            <a:r>
              <a:rPr lang="en-US" sz="2400" dirty="0">
                <a:latin typeface="Times New Roman" panose="02020603050405020304" pitchFamily="18" charset="0"/>
                <a:cs typeface="Times New Roman" panose="02020603050405020304" pitchFamily="18" charset="0"/>
              </a:rPr>
              <a:t>  package for using YOLOv8 to detect malaria. It trains a YOLOv8 model on a dataset specified in data.</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yaml</a:t>
            </a:r>
            <a:r>
              <a:rPr lang="en-US" sz="2400" dirty="0">
                <a:latin typeface="Times New Roman" panose="02020603050405020304" pitchFamily="18" charset="0"/>
                <a:cs typeface="Times New Roman" panose="02020603050405020304" pitchFamily="18" charset="0"/>
              </a:rPr>
              <a:t> for 50 epochs and utilizes the trained model to detect malaria  in test images. Subsequently, it processes the prediction results to extract bounding boxes, masks, </a:t>
            </a:r>
            <a:r>
              <a:rPr lang="en-US" sz="2400" dirty="0" err="1">
                <a:latin typeface="Times New Roman" panose="02020603050405020304" pitchFamily="18" charset="0"/>
                <a:cs typeface="Times New Roman" panose="02020603050405020304" pitchFamily="18" charset="0"/>
              </a:rPr>
              <a:t>keypoints</a:t>
            </a:r>
            <a:r>
              <a:rPr lang="en-US" sz="2400" dirty="0">
                <a:latin typeface="Times New Roman" panose="02020603050405020304" pitchFamily="18" charset="0"/>
                <a:cs typeface="Times New Roman" panose="02020603050405020304" pitchFamily="18" charset="0"/>
              </a:rPr>
              <a:t> and probabilities.</a:t>
            </a:r>
            <a:endParaRPr lang="en-I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Performances</a:t>
            </a:r>
            <a:endParaRPr lang="en-IN"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27380" y="1375410"/>
            <a:ext cx="5307330" cy="5661660"/>
          </a:xfrm>
          <a:prstGeom prst="rect">
            <a:avLst/>
          </a:prstGeom>
          <a:noFill/>
        </p:spPr>
        <p:txBody>
          <a:bodyPr wrap="square" rtlCol="0">
            <a:no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confusion matrix is a table used to evaluate the performance of a classification model by comparing the predicted labels with the actual labels.</a:t>
            </a:r>
            <a:endParaRPr lang="en-US"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consists of four key metrics: True Positives (TP), False Positives (FP), True Negatives (TN), and False Negatives (FN). </a:t>
            </a:r>
            <a:endParaRPr lang="en-US"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metrics help in calculating important performance measures like accuracy, precision, recall, and F1-score.</a:t>
            </a:r>
            <a:endParaRPr lang="en-IN" sz="2400" dirty="0">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ph sz="half" idx="2"/>
          </p:nvPr>
        </p:nvPicPr>
        <p:blipFill>
          <a:blip r:embed="rId1"/>
          <a:stretch>
            <a:fillRect/>
          </a:stretch>
        </p:blipFill>
        <p:spPr>
          <a:xfrm>
            <a:off x="6174740" y="1203960"/>
            <a:ext cx="5175885" cy="4973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Loss Functions of YOLO</a:t>
            </a:r>
            <a:endParaRPr lang="en-US" b="1"/>
          </a:p>
        </p:txBody>
      </p:sp>
      <p:pic>
        <p:nvPicPr>
          <p:cNvPr id="5" name="Content Placeholder 4"/>
          <p:cNvPicPr>
            <a:picLocks noChangeAspect="1"/>
          </p:cNvPicPr>
          <p:nvPr>
            <p:ph sz="half" idx="1"/>
          </p:nvPr>
        </p:nvPicPr>
        <p:blipFill>
          <a:blip r:embed="rId1"/>
          <a:srcRect t="70045" b="19912"/>
          <a:stretch>
            <a:fillRect/>
          </a:stretch>
        </p:blipFill>
        <p:spPr>
          <a:xfrm>
            <a:off x="-315595" y="4980940"/>
            <a:ext cx="10364470" cy="954405"/>
          </a:xfrm>
          <a:prstGeom prst="rect">
            <a:avLst/>
          </a:prstGeom>
        </p:spPr>
      </p:pic>
      <p:sp>
        <p:nvSpPr>
          <p:cNvPr id="7" name="Text Box 6"/>
          <p:cNvSpPr txBox="1"/>
          <p:nvPr/>
        </p:nvSpPr>
        <p:spPr>
          <a:xfrm>
            <a:off x="1053465" y="1605915"/>
            <a:ext cx="10003790" cy="916940"/>
          </a:xfrm>
          <a:prstGeom prst="rect">
            <a:avLst/>
          </a:prstGeom>
          <a:noFill/>
        </p:spPr>
        <p:txBody>
          <a:bodyPr wrap="square" rtlCol="0">
            <a:noAutofit/>
          </a:bodyPr>
          <a:p>
            <a:r>
              <a:rPr lang="en-US" altLang="en-US"/>
              <a:t>1. </a:t>
            </a:r>
            <a:r>
              <a:rPr lang="en-US" altLang="en-US" b="1"/>
              <a:t>Bounding Box Regression Loss (CIoU Loss)</a:t>
            </a:r>
            <a:endParaRPr lang="en-US" altLang="en-US"/>
          </a:p>
          <a:p>
            <a:endParaRPr lang="en-US" altLang="en-US"/>
          </a:p>
          <a:p>
            <a:pPr marL="285750" indent="-285750">
              <a:buFont typeface="Arial" panose="020B0604020202020204" pitchFamily="34" charset="0"/>
              <a:buChar char="•"/>
            </a:pPr>
            <a:r>
              <a:rPr lang="en-US" altLang="en-US"/>
              <a:t> Measures the overlap and distance between predicted and ground-truth bounding boxes.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endParaRPr lang="en-US" altLang="en-US"/>
          </a:p>
          <a:p>
            <a:pPr indent="0">
              <a:buFont typeface="Arial" panose="020B0604020202020204" pitchFamily="34" charset="0"/>
              <a:buNone/>
            </a:pPr>
            <a:r>
              <a:rPr lang="en-US" altLang="en-US" b="1"/>
              <a:t>2. Objectness Loss (Binary Cross Entropy)</a:t>
            </a:r>
            <a:endParaRPr lang="en-US" altLang="en-US" b="1"/>
          </a:p>
          <a:p>
            <a:pPr indent="0">
              <a:buFont typeface="Arial" panose="020B0604020202020204" pitchFamily="34" charset="0"/>
              <a:buNone/>
            </a:pPr>
            <a:endParaRPr lang="en-US" altLang="en-US" b="1"/>
          </a:p>
          <a:p>
            <a:pPr marL="285750" indent="-285750">
              <a:buFont typeface="Arial" panose="020B0604020202020204" pitchFamily="34" charset="0"/>
              <a:buChar char="•"/>
            </a:pPr>
            <a:r>
              <a:rPr lang="en-US" altLang="en-US">
                <a:sym typeface="+mn-ea"/>
              </a:rPr>
              <a:t>Measures how confident the model is about the presence of an object in a box.</a:t>
            </a:r>
            <a:endParaRPr lang="en-US" altLang="en-US"/>
          </a:p>
          <a:p>
            <a:pPr indent="0">
              <a:buFont typeface="Arial" panose="020B0604020202020204" pitchFamily="34" charset="0"/>
              <a:buNone/>
            </a:pPr>
            <a:endParaRPr lang="en-US" altLang="en-US" b="1"/>
          </a:p>
        </p:txBody>
      </p:sp>
      <p:pic>
        <p:nvPicPr>
          <p:cNvPr id="3" name="Content Placeholder 4"/>
          <p:cNvPicPr>
            <a:picLocks noChangeAspect="1"/>
          </p:cNvPicPr>
          <p:nvPr/>
        </p:nvPicPr>
        <p:blipFill>
          <a:blip r:embed="rId1"/>
          <a:srcRect l="38341" t="5477" r="24758" b="86514"/>
          <a:stretch>
            <a:fillRect/>
          </a:stretch>
        </p:blipFill>
        <p:spPr>
          <a:xfrm>
            <a:off x="3312795" y="2521585"/>
            <a:ext cx="3824605" cy="526415"/>
          </a:xfrm>
          <a:prstGeom prst="rect">
            <a:avLst/>
          </a:prstGeom>
        </p:spPr>
      </p:pic>
      <p:pic>
        <p:nvPicPr>
          <p:cNvPr id="4" name="Content Placeholder 4"/>
          <p:cNvPicPr>
            <a:picLocks noChangeAspect="1"/>
          </p:cNvPicPr>
          <p:nvPr/>
        </p:nvPicPr>
        <p:blipFill>
          <a:blip r:embed="rId1"/>
          <a:srcRect t="37885" b="54948"/>
          <a:stretch>
            <a:fillRect/>
          </a:stretch>
        </p:blipFill>
        <p:spPr>
          <a:xfrm>
            <a:off x="-315595" y="3905250"/>
            <a:ext cx="10364470" cy="484505"/>
          </a:xfrm>
          <a:prstGeom prst="rect">
            <a:avLst/>
          </a:prstGeom>
        </p:spPr>
      </p:pic>
      <p:sp>
        <p:nvSpPr>
          <p:cNvPr id="8" name="Text Box 7"/>
          <p:cNvSpPr txBox="1"/>
          <p:nvPr/>
        </p:nvSpPr>
        <p:spPr>
          <a:xfrm>
            <a:off x="1053465" y="4389755"/>
            <a:ext cx="8090535" cy="857885"/>
          </a:xfrm>
          <a:prstGeom prst="rect">
            <a:avLst/>
          </a:prstGeom>
          <a:noFill/>
        </p:spPr>
        <p:txBody>
          <a:bodyPr wrap="square" rtlCol="0" anchor="t">
            <a:noAutofit/>
          </a:bodyPr>
          <a:p>
            <a:pPr indent="0">
              <a:buFont typeface="Arial" panose="020B0604020202020204" pitchFamily="34" charset="0"/>
              <a:buNone/>
            </a:pPr>
            <a:r>
              <a:rPr lang="en-US" altLang="en-US" b="1">
                <a:sym typeface="+mn-ea"/>
              </a:rPr>
              <a:t>3. Classification Loss (Binary Cross Entropy)</a:t>
            </a:r>
            <a:endParaRPr lang="en-US" altLang="en-US" b="1"/>
          </a:p>
          <a:p>
            <a:pPr indent="0">
              <a:buFont typeface="Arial" panose="020B0604020202020204" pitchFamily="34" charset="0"/>
              <a:buNone/>
            </a:pPr>
            <a:endParaRPr lang="en-US" altLang="en-US" b="1"/>
          </a:p>
          <a:p>
            <a:pPr marL="285750" indent="-285750">
              <a:buFont typeface="Arial" panose="020B0604020202020204" pitchFamily="34" charset="0"/>
              <a:buChar char="•"/>
            </a:pPr>
            <a:r>
              <a:rPr lang="en-US" altLang="en-US">
                <a:sym typeface="+mn-ea"/>
              </a:rPr>
              <a:t>Measures the accuracy of class predictions for each bounding box.</a:t>
            </a:r>
            <a:endParaRPr lang="en-US" altLang="en-US">
              <a:sym typeface="+mn-ea"/>
            </a:endParaRPr>
          </a:p>
        </p:txBody>
      </p:sp>
      <p:pic>
        <p:nvPicPr>
          <p:cNvPr id="9" name="Content Placeholder 4"/>
          <p:cNvPicPr>
            <a:picLocks noChangeAspect="1"/>
          </p:cNvPicPr>
          <p:nvPr/>
        </p:nvPicPr>
        <p:blipFill>
          <a:blip r:embed="rId1"/>
          <a:srcRect t="88755"/>
          <a:stretch>
            <a:fillRect/>
          </a:stretch>
        </p:blipFill>
        <p:spPr>
          <a:xfrm>
            <a:off x="692785" y="5935345"/>
            <a:ext cx="10364470" cy="6178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Graph metirc</a:t>
            </a:r>
            <a:endParaRPr lang="en-US"/>
          </a:p>
        </p:txBody>
      </p:sp>
      <p:pic>
        <p:nvPicPr>
          <p:cNvPr id="5" name="Content Placeholder 4"/>
          <p:cNvPicPr>
            <a:picLocks noChangeAspect="1"/>
          </p:cNvPicPr>
          <p:nvPr>
            <p:ph sz="half" idx="1"/>
          </p:nvPr>
        </p:nvPicPr>
        <p:blipFill>
          <a:blip r:embed="rId1"/>
          <a:stretch>
            <a:fillRect/>
          </a:stretch>
        </p:blipFill>
        <p:spPr>
          <a:xfrm>
            <a:off x="838200" y="1691640"/>
            <a:ext cx="10810875" cy="43008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t>STREAMLIT Application</a:t>
            </a:r>
            <a:endParaRPr lang="en-US" altLang="en-GB" b="1"/>
          </a:p>
        </p:txBody>
      </p:sp>
      <p:sp>
        <p:nvSpPr>
          <p:cNvPr id="3" name="Content Placeholder 2"/>
          <p:cNvSpPr>
            <a:spLocks noGrp="1"/>
          </p:cNvSpPr>
          <p:nvPr>
            <p:ph idx="1"/>
          </p:nvPr>
        </p:nvSpPr>
        <p:spPr/>
        <p:txBody>
          <a:bodyPr>
            <a:normAutofit lnSpcReduction="20000"/>
          </a:bodyPr>
          <a:p>
            <a:r>
              <a:rPr lang="en-US" altLang="en-GB"/>
              <a:t>Streamlit is a Python library designed for creating fast, interactive web apps for machine learning and data science projects with minimal effort.</a:t>
            </a:r>
            <a:endParaRPr lang="en-US" altLang="en-GB"/>
          </a:p>
          <a:p>
            <a:pPr marL="0" indent="0">
              <a:buNone/>
            </a:pPr>
            <a:endParaRPr lang="en-US" altLang="en-GB"/>
          </a:p>
          <a:p>
            <a:r>
              <a:rPr lang="en-US" altLang="en-GB"/>
              <a:t>It provides features like file upload, buttons, image display, and real-time outputs.</a:t>
            </a:r>
            <a:endParaRPr lang="en-US" altLang="en-GB"/>
          </a:p>
          <a:p>
            <a:endParaRPr lang="en-US" altLang="en-GB"/>
          </a:p>
          <a:p>
            <a:r>
              <a:rPr lang="en-US" altLang="en-GB"/>
              <a:t>In the context of malaria detection, Streamlit provided an easy-to-use platform where users (doctors, healthcare workers) could interact with the model by simply uploading a blood smear image and getting instant results.</a:t>
            </a:r>
            <a:endParaRPr lang="en-US" altLang="en-GB"/>
          </a:p>
          <a:p>
            <a:endParaRPr lang="en-US" alt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3675" y="365125"/>
            <a:ext cx="11160125" cy="1325880"/>
          </a:xfrm>
        </p:spPr>
        <p:txBody>
          <a:bodyPr>
            <a:normAutofit fontScale="90000"/>
          </a:bodyPr>
          <a:p>
            <a:r>
              <a:rPr lang="en-US" altLang="en-GB" b="1"/>
              <a:t>How Streamlit is Used in Our Malaria Detection App?</a:t>
            </a:r>
            <a:endParaRPr lang="en-US" altLang="en-GB" b="1"/>
          </a:p>
        </p:txBody>
      </p:sp>
      <p:sp>
        <p:nvSpPr>
          <p:cNvPr id="3" name="Content Placeholder 2"/>
          <p:cNvSpPr>
            <a:spLocks noGrp="1"/>
          </p:cNvSpPr>
          <p:nvPr>
            <p:ph idx="1"/>
          </p:nvPr>
        </p:nvSpPr>
        <p:spPr>
          <a:xfrm>
            <a:off x="487680" y="1501775"/>
            <a:ext cx="11290935" cy="5173345"/>
          </a:xfrm>
        </p:spPr>
        <p:txBody>
          <a:bodyPr>
            <a:normAutofit fontScale="90000"/>
          </a:bodyPr>
          <a:p>
            <a:r>
              <a:rPr lang="en-US" altLang="en-GB"/>
              <a:t>We designed a Streamlit web app that accepts microscopic blood images from the user through a file uploader widget (st.file_uploader).</a:t>
            </a:r>
            <a:endParaRPr lang="en-US" altLang="en-GB"/>
          </a:p>
          <a:p>
            <a:pPr marL="0" indent="0">
              <a:buNone/>
            </a:pPr>
            <a:endParaRPr lang="en-US" altLang="en-GB"/>
          </a:p>
          <a:p>
            <a:r>
              <a:rPr lang="en-US" altLang="en-GB"/>
              <a:t>Image is sent to the YOLO model for detecting malaria-infected cells.</a:t>
            </a:r>
            <a:endParaRPr lang="en-US" altLang="en-GB"/>
          </a:p>
          <a:p>
            <a:endParaRPr lang="en-US" altLang="en-GB"/>
          </a:p>
          <a:p>
            <a:r>
              <a:rPr lang="en-US" altLang="en-GB"/>
              <a:t>Based on detection:</a:t>
            </a:r>
            <a:endParaRPr lang="en-US" altLang="en-GB"/>
          </a:p>
          <a:p>
            <a:pPr marL="0" indent="0">
              <a:buNone/>
            </a:pPr>
            <a:r>
              <a:rPr lang="en-US" altLang="en-GB"/>
              <a:t>    - Infected cells highlighted with bounding boxes.</a:t>
            </a:r>
            <a:endParaRPr lang="en-US" altLang="en-GB"/>
          </a:p>
          <a:p>
            <a:pPr marL="0" indent="0">
              <a:buNone/>
            </a:pPr>
            <a:r>
              <a:rPr lang="en-US" altLang="en-GB"/>
              <a:t>    - Final result shown using st.success() or st.error().</a:t>
            </a:r>
            <a:endParaRPr lang="en-US" altLang="en-GB"/>
          </a:p>
          <a:p>
            <a:pPr marL="0" indent="0">
              <a:buNone/>
            </a:pPr>
            <a:endParaRPr lang="en-US" altLang="en-GB"/>
          </a:p>
          <a:p>
            <a:pPr>
              <a:buFont typeface="Arial" panose="020B0604020202020204" pitchFamily="34" charset="0"/>
              <a:buChar char="•"/>
            </a:pPr>
            <a:r>
              <a:rPr lang="en-US" altLang="en-GB"/>
              <a:t>Streamlit handles the entire flow in real-time, giving quick and accurate results to the user.</a:t>
            </a:r>
            <a:endParaRPr lang="en-US" alt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a:t>
            </a:r>
            <a:r>
              <a:rPr lang="en-US" altLang="en-US"/>
              <a:t> Malaria Detection with YOLOv8</a:t>
            </a:r>
            <a:endParaRPr lang="en-US" altLang="en-US"/>
          </a:p>
        </p:txBody>
      </p:sp>
      <p:pic>
        <p:nvPicPr>
          <p:cNvPr id="4" name="Content Placeholder 3"/>
          <p:cNvPicPr>
            <a:picLocks noChangeAspect="1"/>
          </p:cNvPicPr>
          <p:nvPr>
            <p:ph idx="1"/>
          </p:nvPr>
        </p:nvPicPr>
        <p:blipFill>
          <a:blip r:embed="rId1"/>
          <a:stretch>
            <a:fillRect/>
          </a:stretch>
        </p:blipFill>
        <p:spPr>
          <a:xfrm>
            <a:off x="448310" y="1376045"/>
            <a:ext cx="10639425" cy="5567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080260" y="6346190"/>
            <a:ext cx="2482215" cy="351155"/>
          </a:xfrm>
          <a:prstGeom prst="rect">
            <a:avLst/>
          </a:prstGeom>
          <a:noFill/>
        </p:spPr>
        <p:txBody>
          <a:bodyPr wrap="square" rtlCol="0">
            <a:noAutofit/>
          </a:bodyPr>
          <a:p>
            <a:r>
              <a:rPr lang="en-US" altLang="en-GB"/>
              <a:t>Uploaded Image</a:t>
            </a:r>
            <a:endParaRPr lang="en-US" altLang="en-GB"/>
          </a:p>
        </p:txBody>
      </p:sp>
      <p:sp>
        <p:nvSpPr>
          <p:cNvPr id="7" name="Text Box 6"/>
          <p:cNvSpPr txBox="1"/>
          <p:nvPr/>
        </p:nvSpPr>
        <p:spPr>
          <a:xfrm>
            <a:off x="6096000" y="6177280"/>
            <a:ext cx="5777230" cy="680720"/>
          </a:xfrm>
          <a:prstGeom prst="rect">
            <a:avLst/>
          </a:prstGeom>
          <a:noFill/>
        </p:spPr>
        <p:txBody>
          <a:bodyPr wrap="square" rtlCol="0">
            <a:noAutofit/>
          </a:bodyPr>
          <a:p>
            <a:r>
              <a:rPr lang="en-US" altLang="en-GB"/>
              <a:t>Output : Affected with type of malaria named: trophozite(1cells)</a:t>
            </a:r>
            <a:endParaRPr lang="en-US" altLang="en-GB"/>
          </a:p>
        </p:txBody>
      </p:sp>
      <p:pic>
        <p:nvPicPr>
          <p:cNvPr id="9" name="Content Placeholder 8"/>
          <p:cNvPicPr>
            <a:picLocks noChangeAspect="1"/>
          </p:cNvPicPr>
          <p:nvPr>
            <p:ph idx="1"/>
          </p:nvPr>
        </p:nvPicPr>
        <p:blipFill>
          <a:blip r:embed="rId1"/>
          <a:stretch>
            <a:fillRect/>
          </a:stretch>
        </p:blipFill>
        <p:spPr>
          <a:xfrm>
            <a:off x="998855" y="678815"/>
            <a:ext cx="10598785" cy="54984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and Solution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77975"/>
            <a:ext cx="10515600" cy="4903470"/>
          </a:xfrm>
        </p:spPr>
        <p:txBody>
          <a:bodyPr>
            <a:normAutofit lnSpcReduction="20000"/>
          </a:bodyPr>
          <a:lstStyle/>
          <a:p>
            <a:r>
              <a:rPr lang="en-US" sz="2400" dirty="0">
                <a:latin typeface="Times New Roman" panose="02020603050405020304" pitchFamily="18" charset="0"/>
                <a:cs typeface="Times New Roman" panose="02020603050405020304" pitchFamily="18" charset="0"/>
              </a:rPr>
              <a:t>Challenge: Red and white blood cells often overlap or cluster together in blood smears, making it difficult for the YOLO model to distinguish individual cells accurately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Solution: Incorporate advanced preprocessing steps to separate clustered cells. Train the model on a diverse dataset that includes examples of overlapping cells to improve its ability to handle such scenarios.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Limited Training  Data Challenge : High-quality, annotated datasets for training the YOLO model are often scarce, limiting its performance and generalizability.</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Solution: Generating more datasets using generative models.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802187"/>
          </a:xfrm>
        </p:spPr>
        <p:txBody>
          <a:bodyPr>
            <a:normAutofit/>
          </a:bodyPr>
          <a:lstStyle/>
          <a:p>
            <a:r>
              <a:rPr lang="en-US" sz="2400" dirty="0">
                <a:latin typeface="Times New Roman" panose="02020603050405020304" pitchFamily="18" charset="0"/>
                <a:cs typeface="Times New Roman" panose="02020603050405020304" pitchFamily="18" charset="0"/>
              </a:rPr>
              <a:t>In conclusion, employing the YOLO model for detecting malaria via deep learning proves to be a highly effective approach, offering accurate and rapid analysis of blood samples.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method streamlines laboratory processes, reducing manual effort, cost , requirement of Blood and potential errors while enabling real-time analysis for timely medical decision-making.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integration of YOLO model showcases the potential of deep learning in revolutionizing medical diagnostics, promising improved efficiency and accuracy in malaria detection tasks.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103755"/>
            <a:ext cx="10515600" cy="4073525"/>
          </a:xfrm>
        </p:spPr>
        <p:txBody>
          <a:bodyPr>
            <a:normAutofit/>
          </a:bodyPr>
          <a:lstStyle/>
          <a:p>
            <a:r>
              <a:rPr lang="en-US" sz="2400" dirty="0">
                <a:latin typeface="Times New Roman" panose="02020603050405020304" pitchFamily="18" charset="0"/>
                <a:cs typeface="Times New Roman" panose="02020603050405020304" pitchFamily="18" charset="0"/>
              </a:rPr>
              <a:t>Deploying this application in an Android app will enable easy access to detect malaria, reducing the cost of doing blood tests for malaria detection, minimizing blood wastage, and enhancing the accuracy and efficiency of malaria detection  through deep learning.</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altLang="en-US" sz="2400">
                <a:solidFill>
                  <a:schemeClr val="accent1"/>
                </a:solidFill>
                <a:sym typeface="+mn-ea"/>
                <a:hlinkClick r:id="rId1" action="ppaction://hlinkfile"/>
              </a:rPr>
              <a:t>https://www.kaggle.com/datasets/kmader/malaria-bounding-boxes</a:t>
            </a:r>
            <a:endParaRPr lang="en-US" altLang="en-US" sz="2400">
              <a:solidFill>
                <a:schemeClr val="accent1"/>
              </a:solidFill>
              <a:sym typeface="+mn-ea"/>
              <a:hlinkClick r:id="rId1" action="ppaction://hlinkfile"/>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hlinkClick r:id="rId2"/>
              </a:rPr>
              <a:t>https://yolov8.com/</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hlinkClick r:id="rId3"/>
              </a:rPr>
              <a:t>https://www.geeksforgeeks.org/introduction-deep-learning/</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hlinkClick r:id="rId4"/>
              </a:rPr>
              <a:t>https://medlineplus.gov/malaria.html#</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hlinkClick r:id="rId5"/>
              </a:rPr>
              <a:t>https://kili-technology.com/data-labeling/machine-learning/yolo-algorithm-real-time-object-detection-from-a-to-z</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a:stretch>
            <a:fillRect/>
          </a:stretch>
        </p:blipFill>
        <p:spPr>
          <a:xfrm>
            <a:off x="3265805" y="1420495"/>
            <a:ext cx="4882515" cy="36937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730" y="1616915"/>
            <a:ext cx="10515600" cy="3624169"/>
          </a:xfrm>
        </p:spPr>
        <p:txBody>
          <a:bodyPr>
            <a:normAutofit/>
          </a:bodyPr>
          <a:lstStyle/>
          <a:p>
            <a:pPr algn="ctr"/>
            <a:r>
              <a:rPr lang="en-US" sz="5600" b="1" dirty="0">
                <a:latin typeface="Times New Roman" panose="02020603050405020304" pitchFamily="18" charset="0"/>
                <a:cs typeface="Times New Roman" panose="02020603050405020304" pitchFamily="18" charset="0"/>
              </a:rPr>
              <a:t>Thank you</a:t>
            </a:r>
            <a:endParaRPr lang="en-IN" sz="56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8854</Words>
  <Application>WPS Slides</Application>
  <PresentationFormat>Widescreen</PresentationFormat>
  <Paragraphs>212</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Times New Roman</vt:lpstr>
      <vt:lpstr>Microsoft YaHei</vt:lpstr>
      <vt:lpstr>Arial Unicode MS</vt:lpstr>
      <vt:lpstr>Calibri Light</vt:lpstr>
      <vt:lpstr>Calibri</vt:lpstr>
      <vt:lpstr>等线 Light</vt:lpstr>
      <vt:lpstr>Wingdings</vt:lpstr>
      <vt:lpstr>Office Theme</vt:lpstr>
      <vt:lpstr>Developing  Web App For Detecting Malaria  With Microscopic Blood Images Using Yolo Model</vt:lpstr>
      <vt:lpstr>Table of Contents</vt:lpstr>
      <vt:lpstr>Abstract</vt:lpstr>
      <vt:lpstr>Objective</vt:lpstr>
      <vt:lpstr>Introduction</vt:lpstr>
      <vt:lpstr>What is Malaria :</vt:lpstr>
      <vt:lpstr>YOLO (You Only Look Once)</vt:lpstr>
      <vt:lpstr>PowerPoint 演示文稿</vt:lpstr>
      <vt:lpstr>PowerPoint 演示文稿</vt:lpstr>
      <vt:lpstr>Dataset </vt:lpstr>
      <vt:lpstr>PowerPoint 演示文稿</vt:lpstr>
      <vt:lpstr>Python Implementation</vt:lpstr>
      <vt:lpstr>Accuracy</vt:lpstr>
      <vt:lpstr>Loss Functions of YOLO</vt:lpstr>
      <vt:lpstr>Graph metirc</vt:lpstr>
      <vt:lpstr>STREAMLIT</vt:lpstr>
      <vt:lpstr>How Streamlit is Used in Our Malaria Detection App?</vt:lpstr>
      <vt:lpstr>🦠 Malaria Detection with YOLOv8</vt:lpstr>
      <vt:lpstr>PowerPoint 演示文稿</vt:lpstr>
      <vt:lpstr>Challenges and Solution</vt:lpstr>
      <vt:lpstr>Conclusion</vt:lpstr>
      <vt:lpstr>Future Scope</vt:lpstr>
      <vt:lpstr>References</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Deep Learning for RBC, WBC, and Platelet Analysis Using YOLO Model</dc:title>
  <dc:creator>Lenovo</dc:creator>
  <cp:lastModifiedBy>Mandem Shakunthala</cp:lastModifiedBy>
  <cp:revision>62</cp:revision>
  <dcterms:created xsi:type="dcterms:W3CDTF">2024-06-17T18:24:00Z</dcterms:created>
  <dcterms:modified xsi:type="dcterms:W3CDTF">2025-05-02T12:14:42Z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6A803257087245F29CF6A9BDA0BEDA95_12</vt:lpwstr>
  </property>
  <property fmtid="{D5CDD505-2E9C-101B-9397-08002B2CF9AE}" pid="3" name="KSOProductBuildVer">
    <vt:lpwstr>2057-12.2.0.20796</vt:lpwstr>
  </property>
</Properties>
</file>